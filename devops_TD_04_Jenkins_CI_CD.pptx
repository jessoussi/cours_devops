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435" r:id="rId4"/>
    <p:sldId id="270" r:id="rId5"/>
    <p:sldId id="259" r:id="rId6"/>
    <p:sldId id="271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43" r:id="rId15"/>
    <p:sldId id="44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A60A8-6CED-4505-9E1D-3D44A7BF7D18}" v="16" dt="2025-10-22T20:53:00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l ESSOUSSI" userId="7f3b36906eedcce8" providerId="LiveId" clId="{9A5245F9-C04D-4E06-B9FE-A0FC453EDC69}"/>
    <pc:docChg chg="undo custSel addSld delSld modSld sldOrd">
      <pc:chgData name="Jamel ESSOUSSI" userId="7f3b36906eedcce8" providerId="LiveId" clId="{9A5245F9-C04D-4E06-B9FE-A0FC453EDC69}" dt="2025-10-22T21:02:40.389" v="1687" actId="20577"/>
      <pc:docMkLst>
        <pc:docMk/>
      </pc:docMkLst>
      <pc:sldChg chg="addSp delSp modSp mod setBg setClrOvrMap">
        <pc:chgData name="Jamel ESSOUSSI" userId="7f3b36906eedcce8" providerId="LiveId" clId="{9A5245F9-C04D-4E06-B9FE-A0FC453EDC69}" dt="2025-10-22T20:30:06.156" v="664" actId="20577"/>
        <pc:sldMkLst>
          <pc:docMk/>
          <pc:sldMk cId="2544740343" sldId="256"/>
        </pc:sldMkLst>
        <pc:spChg chg="mod">
          <ac:chgData name="Jamel ESSOUSSI" userId="7f3b36906eedcce8" providerId="LiveId" clId="{9A5245F9-C04D-4E06-B9FE-A0FC453EDC69}" dt="2025-10-22T20:30:06.156" v="664" actId="20577"/>
          <ac:spMkLst>
            <pc:docMk/>
            <pc:sldMk cId="2544740343" sldId="256"/>
            <ac:spMk id="2" creationId="{E1B0963F-AAD3-4845-08D4-867D321EA7B4}"/>
          </ac:spMkLst>
        </pc:spChg>
      </pc:sldChg>
      <pc:sldChg chg="addSp delSp modSp new del mod setBg">
        <pc:chgData name="Jamel ESSOUSSI" userId="7f3b36906eedcce8" providerId="LiveId" clId="{9A5245F9-C04D-4E06-B9FE-A0FC453EDC69}" dt="2025-09-17T09:09:02.664" v="579" actId="47"/>
        <pc:sldMkLst>
          <pc:docMk/>
          <pc:sldMk cId="1160436266" sldId="257"/>
        </pc:sldMkLst>
      </pc:sldChg>
      <pc:sldChg chg="addSp delSp modSp new del mod">
        <pc:chgData name="Jamel ESSOUSSI" userId="7f3b36906eedcce8" providerId="LiveId" clId="{9A5245F9-C04D-4E06-B9FE-A0FC453EDC69}" dt="2025-09-17T09:09:02.893" v="580" actId="47"/>
        <pc:sldMkLst>
          <pc:docMk/>
          <pc:sldMk cId="770182090" sldId="258"/>
        </pc:sldMkLst>
      </pc:sldChg>
      <pc:sldChg chg="new del">
        <pc:chgData name="Jamel ESSOUSSI" userId="7f3b36906eedcce8" providerId="LiveId" clId="{9A5245F9-C04D-4E06-B9FE-A0FC453EDC69}" dt="2025-08-31T15:36:01.017" v="267" actId="680"/>
        <pc:sldMkLst>
          <pc:docMk/>
          <pc:sldMk cId="866442538" sldId="258"/>
        </pc:sldMkLst>
      </pc:sldChg>
      <pc:sldChg chg="new del">
        <pc:chgData name="Jamel ESSOUSSI" userId="7f3b36906eedcce8" providerId="LiveId" clId="{9A5245F9-C04D-4E06-B9FE-A0FC453EDC69}" dt="2025-08-31T15:36:12.145" v="269" actId="680"/>
        <pc:sldMkLst>
          <pc:docMk/>
          <pc:sldMk cId="900423358" sldId="258"/>
        </pc:sldMkLst>
      </pc:sldChg>
      <pc:sldChg chg="addSp delSp modSp add del mod setBg addAnim delAnim">
        <pc:chgData name="Jamel ESSOUSSI" userId="7f3b36906eedcce8" providerId="LiveId" clId="{9A5245F9-C04D-4E06-B9FE-A0FC453EDC69}" dt="2025-10-22T20:31:47.592" v="789" actId="1076"/>
        <pc:sldMkLst>
          <pc:docMk/>
          <pc:sldMk cId="3555402483" sldId="259"/>
        </pc:sldMkLst>
        <pc:spChg chg="mod">
          <ac:chgData name="Jamel ESSOUSSI" userId="7f3b36906eedcce8" providerId="LiveId" clId="{9A5245F9-C04D-4E06-B9FE-A0FC453EDC69}" dt="2025-10-22T20:31:47.592" v="789" actId="1076"/>
          <ac:spMkLst>
            <pc:docMk/>
            <pc:sldMk cId="3555402483" sldId="259"/>
            <ac:spMk id="3" creationId="{4535CF7F-D4FC-1095-7E4D-43CF78FC66C7}"/>
          </ac:spMkLst>
        </pc:spChg>
      </pc:sldChg>
      <pc:sldChg chg="add del">
        <pc:chgData name="Jamel ESSOUSSI" userId="7f3b36906eedcce8" providerId="LiveId" clId="{9A5245F9-C04D-4E06-B9FE-A0FC453EDC69}" dt="2025-09-01T07:37:06.964" v="457"/>
        <pc:sldMkLst>
          <pc:docMk/>
          <pc:sldMk cId="3225740675" sldId="260"/>
        </pc:sldMkLst>
      </pc:sldChg>
      <pc:sldChg chg="addSp delSp modSp add del mod ord">
        <pc:chgData name="Jamel ESSOUSSI" userId="7f3b36906eedcce8" providerId="LiveId" clId="{9A5245F9-C04D-4E06-B9FE-A0FC453EDC69}" dt="2025-09-17T09:09:03.225" v="582" actId="47"/>
        <pc:sldMkLst>
          <pc:docMk/>
          <pc:sldMk cId="3734539475" sldId="260"/>
        </pc:sldMkLst>
      </pc:sldChg>
      <pc:sldChg chg="del">
        <pc:chgData name="Jamel ESSOUSSI" userId="7f3b36906eedcce8" providerId="LiveId" clId="{9A5245F9-C04D-4E06-B9FE-A0FC453EDC69}" dt="2025-09-17T09:09:03.523" v="584" actId="47"/>
        <pc:sldMkLst>
          <pc:docMk/>
          <pc:sldMk cId="3587588313" sldId="262"/>
        </pc:sldMkLst>
      </pc:sldChg>
      <pc:sldChg chg="del">
        <pc:chgData name="Jamel ESSOUSSI" userId="7f3b36906eedcce8" providerId="LiveId" clId="{9A5245F9-C04D-4E06-B9FE-A0FC453EDC69}" dt="2025-09-17T09:09:03.677" v="585" actId="47"/>
        <pc:sldMkLst>
          <pc:docMk/>
          <pc:sldMk cId="948689625" sldId="263"/>
        </pc:sldMkLst>
      </pc:sldChg>
      <pc:sldChg chg="del">
        <pc:chgData name="Jamel ESSOUSSI" userId="7f3b36906eedcce8" providerId="LiveId" clId="{9A5245F9-C04D-4E06-B9FE-A0FC453EDC69}" dt="2025-09-17T09:09:03.822" v="586" actId="47"/>
        <pc:sldMkLst>
          <pc:docMk/>
          <pc:sldMk cId="3181277616" sldId="264"/>
        </pc:sldMkLst>
      </pc:sldChg>
      <pc:sldChg chg="del">
        <pc:chgData name="Jamel ESSOUSSI" userId="7f3b36906eedcce8" providerId="LiveId" clId="{9A5245F9-C04D-4E06-B9FE-A0FC453EDC69}" dt="2025-09-17T09:09:05.058" v="594" actId="47"/>
        <pc:sldMkLst>
          <pc:docMk/>
          <pc:sldMk cId="1552544446" sldId="265"/>
        </pc:sldMkLst>
      </pc:sldChg>
      <pc:sldChg chg="del">
        <pc:chgData name="Jamel ESSOUSSI" userId="7f3b36906eedcce8" providerId="LiveId" clId="{9A5245F9-C04D-4E06-B9FE-A0FC453EDC69}" dt="2025-09-17T09:09:04.131" v="588" actId="47"/>
        <pc:sldMkLst>
          <pc:docMk/>
          <pc:sldMk cId="10361839" sldId="266"/>
        </pc:sldMkLst>
      </pc:sldChg>
      <pc:sldChg chg="del">
        <pc:chgData name="Jamel ESSOUSSI" userId="7f3b36906eedcce8" providerId="LiveId" clId="{9A5245F9-C04D-4E06-B9FE-A0FC453EDC69}" dt="2025-09-17T09:09:03.970" v="587" actId="47"/>
        <pc:sldMkLst>
          <pc:docMk/>
          <pc:sldMk cId="578337967" sldId="267"/>
        </pc:sldMkLst>
      </pc:sldChg>
      <pc:sldChg chg="del">
        <pc:chgData name="Jamel ESSOUSSI" userId="7f3b36906eedcce8" providerId="LiveId" clId="{9A5245F9-C04D-4E06-B9FE-A0FC453EDC69}" dt="2025-09-17T09:09:05.215" v="595" actId="47"/>
        <pc:sldMkLst>
          <pc:docMk/>
          <pc:sldMk cId="511167553" sldId="268"/>
        </pc:sldMkLst>
      </pc:sldChg>
      <pc:sldChg chg="addSp delSp modSp mod modClrScheme delDesignElem chgLayout">
        <pc:chgData name="Jamel ESSOUSSI" userId="7f3b36906eedcce8" providerId="LiveId" clId="{9A5245F9-C04D-4E06-B9FE-A0FC453EDC69}" dt="2025-09-17T09:09:38.358" v="616" actId="700"/>
        <pc:sldMkLst>
          <pc:docMk/>
          <pc:sldMk cId="1433101790" sldId="269"/>
        </pc:sldMkLst>
      </pc:sldChg>
      <pc:sldChg chg="del">
        <pc:chgData name="Jamel ESSOUSSI" userId="7f3b36906eedcce8" providerId="LiveId" clId="{9A5245F9-C04D-4E06-B9FE-A0FC453EDC69}" dt="2025-09-17T09:09:03.391" v="583" actId="47"/>
        <pc:sldMkLst>
          <pc:docMk/>
          <pc:sldMk cId="340239077" sldId="270"/>
        </pc:sldMkLst>
      </pc:sldChg>
      <pc:sldChg chg="new">
        <pc:chgData name="Jamel ESSOUSSI" userId="7f3b36906eedcce8" providerId="LiveId" clId="{9A5245F9-C04D-4E06-B9FE-A0FC453EDC69}" dt="2025-09-17T09:09:42.406" v="617" actId="680"/>
        <pc:sldMkLst>
          <pc:docMk/>
          <pc:sldMk cId="1343798751" sldId="270"/>
        </pc:sldMkLst>
      </pc:sldChg>
      <pc:sldChg chg="del">
        <pc:chgData name="Jamel ESSOUSSI" userId="7f3b36906eedcce8" providerId="LiveId" clId="{9A5245F9-C04D-4E06-B9FE-A0FC453EDC69}" dt="2025-09-17T09:09:04.278" v="589" actId="47"/>
        <pc:sldMkLst>
          <pc:docMk/>
          <pc:sldMk cId="1223511530" sldId="271"/>
        </pc:sldMkLst>
      </pc:sldChg>
      <pc:sldChg chg="addSp delSp modSp mod">
        <pc:chgData name="Jamel ESSOUSSI" userId="7f3b36906eedcce8" providerId="LiveId" clId="{9A5245F9-C04D-4E06-B9FE-A0FC453EDC69}" dt="2025-10-22T20:53:48.534" v="1511" actId="20577"/>
        <pc:sldMkLst>
          <pc:docMk/>
          <pc:sldMk cId="3778974288" sldId="271"/>
        </pc:sldMkLst>
        <pc:spChg chg="mod">
          <ac:chgData name="Jamel ESSOUSSI" userId="7f3b36906eedcce8" providerId="LiveId" clId="{9A5245F9-C04D-4E06-B9FE-A0FC453EDC69}" dt="2025-10-22T20:32:32.107" v="823" actId="20577"/>
          <ac:spMkLst>
            <pc:docMk/>
            <pc:sldMk cId="3778974288" sldId="271"/>
            <ac:spMk id="2" creationId="{820A87E3-31FF-BD64-B069-84CAE59FF8DC}"/>
          </ac:spMkLst>
        </pc:spChg>
        <pc:spChg chg="add mod">
          <ac:chgData name="Jamel ESSOUSSI" userId="7f3b36906eedcce8" providerId="LiveId" clId="{9A5245F9-C04D-4E06-B9FE-A0FC453EDC69}" dt="2025-10-22T20:53:48.534" v="1511" actId="20577"/>
          <ac:spMkLst>
            <pc:docMk/>
            <pc:sldMk cId="3778974288" sldId="271"/>
            <ac:spMk id="3" creationId="{EDC35902-4E0E-94C9-F9DC-D683E36829D6}"/>
          </ac:spMkLst>
        </pc:spChg>
        <pc:spChg chg="del">
          <ac:chgData name="Jamel ESSOUSSI" userId="7f3b36906eedcce8" providerId="LiveId" clId="{9A5245F9-C04D-4E06-B9FE-A0FC453EDC69}" dt="2025-10-22T20:32:36.187" v="824" actId="478"/>
          <ac:spMkLst>
            <pc:docMk/>
            <pc:sldMk cId="3778974288" sldId="271"/>
            <ac:spMk id="9" creationId="{896318A2-BD4E-095F-1414-EEF3F7FE94A1}"/>
          </ac:spMkLst>
        </pc:spChg>
        <pc:spChg chg="del">
          <ac:chgData name="Jamel ESSOUSSI" userId="7f3b36906eedcce8" providerId="LiveId" clId="{9A5245F9-C04D-4E06-B9FE-A0FC453EDC69}" dt="2025-10-22T20:32:39.510" v="827" actId="478"/>
          <ac:spMkLst>
            <pc:docMk/>
            <pc:sldMk cId="3778974288" sldId="271"/>
            <ac:spMk id="10" creationId="{F653F15E-0848-6B35-7891-C3304F6423CE}"/>
          </ac:spMkLst>
        </pc:spChg>
        <pc:spChg chg="del">
          <ac:chgData name="Jamel ESSOUSSI" userId="7f3b36906eedcce8" providerId="LiveId" clId="{9A5245F9-C04D-4E06-B9FE-A0FC453EDC69}" dt="2025-10-22T20:32:37.381" v="825" actId="478"/>
          <ac:spMkLst>
            <pc:docMk/>
            <pc:sldMk cId="3778974288" sldId="271"/>
            <ac:spMk id="11" creationId="{17834AF1-FCAD-10EB-B3F7-A804997EB8A1}"/>
          </ac:spMkLst>
        </pc:spChg>
        <pc:spChg chg="del">
          <ac:chgData name="Jamel ESSOUSSI" userId="7f3b36906eedcce8" providerId="LiveId" clId="{9A5245F9-C04D-4E06-B9FE-A0FC453EDC69}" dt="2025-10-22T20:32:39.510" v="827" actId="478"/>
          <ac:spMkLst>
            <pc:docMk/>
            <pc:sldMk cId="3778974288" sldId="271"/>
            <ac:spMk id="14" creationId="{169BFE5B-B7D4-4D61-9624-69C8F0E9F81D}"/>
          </ac:spMkLst>
        </pc:spChg>
        <pc:spChg chg="del">
          <ac:chgData name="Jamel ESSOUSSI" userId="7f3b36906eedcce8" providerId="LiveId" clId="{9A5245F9-C04D-4E06-B9FE-A0FC453EDC69}" dt="2025-10-22T20:32:41.328" v="828" actId="478"/>
          <ac:spMkLst>
            <pc:docMk/>
            <pc:sldMk cId="3778974288" sldId="271"/>
            <ac:spMk id="15" creationId="{E7EE4216-B7E3-770A-2169-60CB8436A7E2}"/>
          </ac:spMkLst>
        </pc:spChg>
        <pc:spChg chg="del">
          <ac:chgData name="Jamel ESSOUSSI" userId="7f3b36906eedcce8" providerId="LiveId" clId="{9A5245F9-C04D-4E06-B9FE-A0FC453EDC69}" dt="2025-10-22T20:32:39.510" v="827" actId="478"/>
          <ac:spMkLst>
            <pc:docMk/>
            <pc:sldMk cId="3778974288" sldId="271"/>
            <ac:spMk id="16" creationId="{6C783758-9C18-0826-2A29-DF7C68E21275}"/>
          </ac:spMkLst>
        </pc:spChg>
        <pc:spChg chg="del">
          <ac:chgData name="Jamel ESSOUSSI" userId="7f3b36906eedcce8" providerId="LiveId" clId="{9A5245F9-C04D-4E06-B9FE-A0FC453EDC69}" dt="2025-10-22T20:32:39.510" v="827" actId="478"/>
          <ac:spMkLst>
            <pc:docMk/>
            <pc:sldMk cId="3778974288" sldId="271"/>
            <ac:spMk id="17" creationId="{20E9C952-CFA0-CECE-7D3F-A14A85C8807E}"/>
          </ac:spMkLst>
        </pc:spChg>
        <pc:cxnChg chg="del mod">
          <ac:chgData name="Jamel ESSOUSSI" userId="7f3b36906eedcce8" providerId="LiveId" clId="{9A5245F9-C04D-4E06-B9FE-A0FC453EDC69}" dt="2025-10-22T20:32:38.043" v="826" actId="478"/>
          <ac:cxnSpMkLst>
            <pc:docMk/>
            <pc:sldMk cId="3778974288" sldId="271"/>
            <ac:cxnSpMk id="13" creationId="{66B382C6-A171-BD46-7EAD-4601BBD4143D}"/>
          </ac:cxnSpMkLst>
        </pc:cxnChg>
      </pc:sldChg>
      <pc:sldChg chg="del">
        <pc:chgData name="Jamel ESSOUSSI" userId="7f3b36906eedcce8" providerId="LiveId" clId="{9A5245F9-C04D-4E06-B9FE-A0FC453EDC69}" dt="2025-09-17T09:09:05.369" v="596" actId="47"/>
        <pc:sldMkLst>
          <pc:docMk/>
          <pc:sldMk cId="2944176704" sldId="272"/>
        </pc:sldMkLst>
      </pc:sldChg>
      <pc:sldChg chg="del">
        <pc:chgData name="Jamel ESSOUSSI" userId="7f3b36906eedcce8" providerId="LiveId" clId="{9A5245F9-C04D-4E06-B9FE-A0FC453EDC69}" dt="2025-10-22T20:34:12.509" v="979" actId="47"/>
        <pc:sldMkLst>
          <pc:docMk/>
          <pc:sldMk cId="3945604252" sldId="272"/>
        </pc:sldMkLst>
      </pc:sldChg>
      <pc:sldChg chg="addSp delSp modSp add mod">
        <pc:chgData name="Jamel ESSOUSSI" userId="7f3b36906eedcce8" providerId="LiveId" clId="{9A5245F9-C04D-4E06-B9FE-A0FC453EDC69}" dt="2025-10-22T20:41:41.278" v="1346" actId="20577"/>
        <pc:sldMkLst>
          <pc:docMk/>
          <pc:sldMk cId="3968756824" sldId="272"/>
        </pc:sldMkLst>
        <pc:spChg chg="mod">
          <ac:chgData name="Jamel ESSOUSSI" userId="7f3b36906eedcce8" providerId="LiveId" clId="{9A5245F9-C04D-4E06-B9FE-A0FC453EDC69}" dt="2025-10-22T20:34:34.835" v="1049" actId="20577"/>
          <ac:spMkLst>
            <pc:docMk/>
            <pc:sldMk cId="3968756824" sldId="272"/>
            <ac:spMk id="2" creationId="{07C1304E-8DCD-E298-621B-5E45CA9DD58A}"/>
          </ac:spMkLst>
        </pc:spChg>
        <pc:spChg chg="del">
          <ac:chgData name="Jamel ESSOUSSI" userId="7f3b36906eedcce8" providerId="LiveId" clId="{9A5245F9-C04D-4E06-B9FE-A0FC453EDC69}" dt="2025-10-22T20:34:39.255" v="1050" actId="478"/>
          <ac:spMkLst>
            <pc:docMk/>
            <pc:sldMk cId="3968756824" sldId="272"/>
            <ac:spMk id="3" creationId="{7E1AFB25-69D5-16EB-8504-5606EE215097}"/>
          </ac:spMkLst>
        </pc:spChg>
        <pc:spChg chg="add del mod">
          <ac:chgData name="Jamel ESSOUSSI" userId="7f3b36906eedcce8" providerId="LiveId" clId="{9A5245F9-C04D-4E06-B9FE-A0FC453EDC69}" dt="2025-10-22T20:34:42.401" v="1051" actId="478"/>
          <ac:spMkLst>
            <pc:docMk/>
            <pc:sldMk cId="3968756824" sldId="272"/>
            <ac:spMk id="5" creationId="{F66F475F-0B4E-61F4-948E-00D78FEE1FCA}"/>
          </ac:spMkLst>
        </pc:spChg>
        <pc:spChg chg="add mod">
          <ac:chgData name="Jamel ESSOUSSI" userId="7f3b36906eedcce8" providerId="LiveId" clId="{9A5245F9-C04D-4E06-B9FE-A0FC453EDC69}" dt="2025-10-22T20:34:57.916" v="1070" actId="1076"/>
          <ac:spMkLst>
            <pc:docMk/>
            <pc:sldMk cId="3968756824" sldId="272"/>
            <ac:spMk id="9" creationId="{8BDA9926-D060-5610-576A-714BFD71FF1F}"/>
          </ac:spMkLst>
        </pc:spChg>
        <pc:spChg chg="add mod">
          <ac:chgData name="Jamel ESSOUSSI" userId="7f3b36906eedcce8" providerId="LiveId" clId="{9A5245F9-C04D-4E06-B9FE-A0FC453EDC69}" dt="2025-10-22T20:35:22.241" v="1100" actId="20577"/>
          <ac:spMkLst>
            <pc:docMk/>
            <pc:sldMk cId="3968756824" sldId="272"/>
            <ac:spMk id="10" creationId="{D2890368-A4D9-411E-80DD-9D932187C2C8}"/>
          </ac:spMkLst>
        </pc:spChg>
        <pc:spChg chg="add mod">
          <ac:chgData name="Jamel ESSOUSSI" userId="7f3b36906eedcce8" providerId="LiveId" clId="{9A5245F9-C04D-4E06-B9FE-A0FC453EDC69}" dt="2025-10-22T20:35:18.309" v="1090" actId="1076"/>
          <ac:spMkLst>
            <pc:docMk/>
            <pc:sldMk cId="3968756824" sldId="272"/>
            <ac:spMk id="11" creationId="{6E918173-30D8-A8AF-957F-E6090CF54001}"/>
          </ac:spMkLst>
        </pc:spChg>
        <pc:spChg chg="add mod">
          <ac:chgData name="Jamel ESSOUSSI" userId="7f3b36906eedcce8" providerId="LiveId" clId="{9A5245F9-C04D-4E06-B9FE-A0FC453EDC69}" dt="2025-10-22T20:40:30.631" v="1248" actId="20577"/>
          <ac:spMkLst>
            <pc:docMk/>
            <pc:sldMk cId="3968756824" sldId="272"/>
            <ac:spMk id="12" creationId="{C1F61D09-8B54-DCD6-4B3E-A2E4C773C72E}"/>
          </ac:spMkLst>
        </pc:spChg>
        <pc:spChg chg="add mod">
          <ac:chgData name="Jamel ESSOUSSI" userId="7f3b36906eedcce8" providerId="LiveId" clId="{9A5245F9-C04D-4E06-B9FE-A0FC453EDC69}" dt="2025-10-22T20:36:50.006" v="1174" actId="1076"/>
          <ac:spMkLst>
            <pc:docMk/>
            <pc:sldMk cId="3968756824" sldId="272"/>
            <ac:spMk id="22" creationId="{ECED88C9-A492-3C59-07B1-794E695EB076}"/>
          </ac:spMkLst>
        </pc:spChg>
        <pc:spChg chg="add mod">
          <ac:chgData name="Jamel ESSOUSSI" userId="7f3b36906eedcce8" providerId="LiveId" clId="{9A5245F9-C04D-4E06-B9FE-A0FC453EDC69}" dt="2025-10-22T20:40:58.292" v="1283" actId="20577"/>
          <ac:spMkLst>
            <pc:docMk/>
            <pc:sldMk cId="3968756824" sldId="272"/>
            <ac:spMk id="23" creationId="{427CD8B8-D622-B9ED-E600-AF10843F2526}"/>
          </ac:spMkLst>
        </pc:spChg>
        <pc:spChg chg="add mod">
          <ac:chgData name="Jamel ESSOUSSI" userId="7f3b36906eedcce8" providerId="LiveId" clId="{9A5245F9-C04D-4E06-B9FE-A0FC453EDC69}" dt="2025-10-22T20:41:16.801" v="1310" actId="20577"/>
          <ac:spMkLst>
            <pc:docMk/>
            <pc:sldMk cId="3968756824" sldId="272"/>
            <ac:spMk id="24" creationId="{B505F237-487B-F77A-4D43-49424A3A73F3}"/>
          </ac:spMkLst>
        </pc:spChg>
        <pc:spChg chg="add mod">
          <ac:chgData name="Jamel ESSOUSSI" userId="7f3b36906eedcce8" providerId="LiveId" clId="{9A5245F9-C04D-4E06-B9FE-A0FC453EDC69}" dt="2025-10-22T20:41:29.070" v="1332" actId="20577"/>
          <ac:spMkLst>
            <pc:docMk/>
            <pc:sldMk cId="3968756824" sldId="272"/>
            <ac:spMk id="25" creationId="{0BECB763-2070-CA0F-D52D-0A8FEDA5C11F}"/>
          </ac:spMkLst>
        </pc:spChg>
        <pc:spChg chg="add mod">
          <ac:chgData name="Jamel ESSOUSSI" userId="7f3b36906eedcce8" providerId="LiveId" clId="{9A5245F9-C04D-4E06-B9FE-A0FC453EDC69}" dt="2025-10-22T20:41:41.278" v="1346" actId="20577"/>
          <ac:spMkLst>
            <pc:docMk/>
            <pc:sldMk cId="3968756824" sldId="272"/>
            <ac:spMk id="26" creationId="{E1798875-6D09-665D-9A1F-0625397FB967}"/>
          </ac:spMkLst>
        </pc:spChg>
        <pc:cxnChg chg="add del mod">
          <ac:chgData name="Jamel ESSOUSSI" userId="7f3b36906eedcce8" providerId="LiveId" clId="{9A5245F9-C04D-4E06-B9FE-A0FC453EDC69}" dt="2025-10-22T20:35:41.518" v="1118" actId="11529"/>
          <ac:cxnSpMkLst>
            <pc:docMk/>
            <pc:sldMk cId="3968756824" sldId="272"/>
            <ac:cxnSpMk id="14" creationId="{B0FDE1FC-2607-589D-2B69-D7372A947722}"/>
          </ac:cxnSpMkLst>
        </pc:cxnChg>
        <pc:cxnChg chg="add mod">
          <ac:chgData name="Jamel ESSOUSSI" userId="7f3b36906eedcce8" providerId="LiveId" clId="{9A5245F9-C04D-4E06-B9FE-A0FC453EDC69}" dt="2025-10-22T20:35:53.270" v="1122" actId="13822"/>
          <ac:cxnSpMkLst>
            <pc:docMk/>
            <pc:sldMk cId="3968756824" sldId="272"/>
            <ac:cxnSpMk id="16" creationId="{9AB9849C-D2B3-C1B3-992D-B6BB4BCC2AC5}"/>
          </ac:cxnSpMkLst>
        </pc:cxnChg>
        <pc:cxnChg chg="add mod">
          <ac:chgData name="Jamel ESSOUSSI" userId="7f3b36906eedcce8" providerId="LiveId" clId="{9A5245F9-C04D-4E06-B9FE-A0FC453EDC69}" dt="2025-10-22T20:36:01.410" v="1125" actId="14100"/>
          <ac:cxnSpMkLst>
            <pc:docMk/>
            <pc:sldMk cId="3968756824" sldId="272"/>
            <ac:cxnSpMk id="17" creationId="{C60E65DE-D9E2-1560-0BB5-EEF47B0ADE1F}"/>
          </ac:cxnSpMkLst>
        </pc:cxnChg>
        <pc:cxnChg chg="add mod">
          <ac:chgData name="Jamel ESSOUSSI" userId="7f3b36906eedcce8" providerId="LiveId" clId="{9A5245F9-C04D-4E06-B9FE-A0FC453EDC69}" dt="2025-10-22T20:36:11.802" v="1127" actId="13822"/>
          <ac:cxnSpMkLst>
            <pc:docMk/>
            <pc:sldMk cId="3968756824" sldId="272"/>
            <ac:cxnSpMk id="21" creationId="{B0EBE6EF-42AA-289C-55FF-9D5E423295E2}"/>
          </ac:cxnSpMkLst>
        </pc:cxnChg>
      </pc:sldChg>
      <pc:sldChg chg="del">
        <pc:chgData name="Jamel ESSOUSSI" userId="7f3b36906eedcce8" providerId="LiveId" clId="{9A5245F9-C04D-4E06-B9FE-A0FC453EDC69}" dt="2025-09-17T09:09:05.533" v="597" actId="47"/>
        <pc:sldMkLst>
          <pc:docMk/>
          <pc:sldMk cId="276957842" sldId="273"/>
        </pc:sldMkLst>
      </pc:sldChg>
      <pc:sldChg chg="addSp delSp modSp add mod">
        <pc:chgData name="Jamel ESSOUSSI" userId="7f3b36906eedcce8" providerId="LiveId" clId="{9A5245F9-C04D-4E06-B9FE-A0FC453EDC69}" dt="2025-10-22T20:40:42.075" v="1263" actId="20577"/>
        <pc:sldMkLst>
          <pc:docMk/>
          <pc:sldMk cId="428753227" sldId="273"/>
        </pc:sldMkLst>
        <pc:spChg chg="del">
          <ac:chgData name="Jamel ESSOUSSI" userId="7f3b36906eedcce8" providerId="LiveId" clId="{9A5245F9-C04D-4E06-B9FE-A0FC453EDC69}" dt="2025-10-22T20:39:30.908" v="1176" actId="478"/>
          <ac:spMkLst>
            <pc:docMk/>
            <pc:sldMk cId="428753227" sldId="273"/>
            <ac:spMk id="9" creationId="{3954EBFA-DF19-04F9-DD86-1059061F4070}"/>
          </ac:spMkLst>
        </pc:spChg>
        <pc:spChg chg="del">
          <ac:chgData name="Jamel ESSOUSSI" userId="7f3b36906eedcce8" providerId="LiveId" clId="{9A5245F9-C04D-4E06-B9FE-A0FC453EDC69}" dt="2025-10-22T20:39:30.908" v="1176" actId="478"/>
          <ac:spMkLst>
            <pc:docMk/>
            <pc:sldMk cId="428753227" sldId="273"/>
            <ac:spMk id="10" creationId="{D89ADCB3-A54F-5B7E-C5D5-9680F52676A3}"/>
          </ac:spMkLst>
        </pc:spChg>
        <pc:spChg chg="del">
          <ac:chgData name="Jamel ESSOUSSI" userId="7f3b36906eedcce8" providerId="LiveId" clId="{9A5245F9-C04D-4E06-B9FE-A0FC453EDC69}" dt="2025-10-22T20:39:30.908" v="1176" actId="478"/>
          <ac:spMkLst>
            <pc:docMk/>
            <pc:sldMk cId="428753227" sldId="273"/>
            <ac:spMk id="11" creationId="{DE8DBE3E-EEC0-60C8-1DC9-38A9CD761E95}"/>
          </ac:spMkLst>
        </pc:spChg>
        <pc:spChg chg="del">
          <ac:chgData name="Jamel ESSOUSSI" userId="7f3b36906eedcce8" providerId="LiveId" clId="{9A5245F9-C04D-4E06-B9FE-A0FC453EDC69}" dt="2025-10-22T20:39:30.908" v="1176" actId="478"/>
          <ac:spMkLst>
            <pc:docMk/>
            <pc:sldMk cId="428753227" sldId="273"/>
            <ac:spMk id="12" creationId="{A367BC41-E3F8-78FA-CEF8-4A70537490EA}"/>
          </ac:spMkLst>
        </pc:spChg>
        <pc:spChg chg="add mod">
          <ac:chgData name="Jamel ESSOUSSI" userId="7f3b36906eedcce8" providerId="LiveId" clId="{9A5245F9-C04D-4E06-B9FE-A0FC453EDC69}" dt="2025-10-22T20:39:59.679" v="1207" actId="20577"/>
          <ac:spMkLst>
            <pc:docMk/>
            <pc:sldMk cId="428753227" sldId="273"/>
            <ac:spMk id="19" creationId="{E73ED705-B480-0514-1738-4D238D18812C}"/>
          </ac:spMkLst>
        </pc:spChg>
        <pc:spChg chg="del">
          <ac:chgData name="Jamel ESSOUSSI" userId="7f3b36906eedcce8" providerId="LiveId" clId="{9A5245F9-C04D-4E06-B9FE-A0FC453EDC69}" dt="2025-10-22T20:39:30.908" v="1176" actId="478"/>
          <ac:spMkLst>
            <pc:docMk/>
            <pc:sldMk cId="428753227" sldId="273"/>
            <ac:spMk id="22" creationId="{88DD1BF1-9514-0A85-C1F8-7B81ED14AAAE}"/>
          </ac:spMkLst>
        </pc:spChg>
        <pc:spChg chg="add mod">
          <ac:chgData name="Jamel ESSOUSSI" userId="7f3b36906eedcce8" providerId="LiveId" clId="{9A5245F9-C04D-4E06-B9FE-A0FC453EDC69}" dt="2025-10-22T20:40:13.995" v="1223" actId="20577"/>
          <ac:spMkLst>
            <pc:docMk/>
            <pc:sldMk cId="428753227" sldId="273"/>
            <ac:spMk id="23" creationId="{B7CB1606-6E70-E3FF-A665-46C0C4D5329C}"/>
          </ac:spMkLst>
        </pc:spChg>
        <pc:spChg chg="add mod">
          <ac:chgData name="Jamel ESSOUSSI" userId="7f3b36906eedcce8" providerId="LiveId" clId="{9A5245F9-C04D-4E06-B9FE-A0FC453EDC69}" dt="2025-10-22T20:40:26.001" v="1243" actId="20577"/>
          <ac:spMkLst>
            <pc:docMk/>
            <pc:sldMk cId="428753227" sldId="273"/>
            <ac:spMk id="25" creationId="{F813A081-5CCF-A021-F3E9-C76FEDE4A09E}"/>
          </ac:spMkLst>
        </pc:spChg>
        <pc:spChg chg="add mod">
          <ac:chgData name="Jamel ESSOUSSI" userId="7f3b36906eedcce8" providerId="LiveId" clId="{9A5245F9-C04D-4E06-B9FE-A0FC453EDC69}" dt="2025-10-22T20:40:42.075" v="1263" actId="20577"/>
          <ac:spMkLst>
            <pc:docMk/>
            <pc:sldMk cId="428753227" sldId="273"/>
            <ac:spMk id="27" creationId="{C0BECE9C-1491-4EF4-09ED-9CCE30577873}"/>
          </ac:spMkLst>
        </pc:spChg>
        <pc:picChg chg="add mod">
          <ac:chgData name="Jamel ESSOUSSI" userId="7f3b36906eedcce8" providerId="LiveId" clId="{9A5245F9-C04D-4E06-B9FE-A0FC453EDC69}" dt="2025-10-22T20:39:35.335" v="1178" actId="1076"/>
          <ac:picMkLst>
            <pc:docMk/>
            <pc:sldMk cId="428753227" sldId="273"/>
            <ac:picMk id="4" creationId="{0BF7EDDE-40F8-1164-AE28-6E049DCB2761}"/>
          </ac:picMkLst>
        </pc:picChg>
        <pc:cxnChg chg="add mod">
          <ac:chgData name="Jamel ESSOUSSI" userId="7f3b36906eedcce8" providerId="LiveId" clId="{9A5245F9-C04D-4E06-B9FE-A0FC453EDC69}" dt="2025-10-22T20:39:47.839" v="1182" actId="14100"/>
          <ac:cxnSpMkLst>
            <pc:docMk/>
            <pc:sldMk cId="428753227" sldId="273"/>
            <ac:cxnSpMk id="13" creationId="{2EEEF485-C338-3109-3BC3-2C2D19A97B96}"/>
          </ac:cxnSpMkLst>
        </pc:cxnChg>
        <pc:cxnChg chg="del mod">
          <ac:chgData name="Jamel ESSOUSSI" userId="7f3b36906eedcce8" providerId="LiveId" clId="{9A5245F9-C04D-4E06-B9FE-A0FC453EDC69}" dt="2025-10-22T20:39:30.908" v="1176" actId="478"/>
          <ac:cxnSpMkLst>
            <pc:docMk/>
            <pc:sldMk cId="428753227" sldId="273"/>
            <ac:cxnSpMk id="16" creationId="{E306E71C-353B-CD8B-FC58-9FF553DD38CC}"/>
          </ac:cxnSpMkLst>
        </pc:cxnChg>
        <pc:cxnChg chg="del mod">
          <ac:chgData name="Jamel ESSOUSSI" userId="7f3b36906eedcce8" providerId="LiveId" clId="{9A5245F9-C04D-4E06-B9FE-A0FC453EDC69}" dt="2025-10-22T20:39:30.908" v="1176" actId="478"/>
          <ac:cxnSpMkLst>
            <pc:docMk/>
            <pc:sldMk cId="428753227" sldId="273"/>
            <ac:cxnSpMk id="17" creationId="{F52D0C6E-8A40-F206-F1FB-9F2588D006B6}"/>
          </ac:cxnSpMkLst>
        </pc:cxnChg>
        <pc:cxnChg chg="add mod">
          <ac:chgData name="Jamel ESSOUSSI" userId="7f3b36906eedcce8" providerId="LiveId" clId="{9A5245F9-C04D-4E06-B9FE-A0FC453EDC69}" dt="2025-10-22T20:40:10.025" v="1209" actId="1076"/>
          <ac:cxnSpMkLst>
            <pc:docMk/>
            <pc:sldMk cId="428753227" sldId="273"/>
            <ac:cxnSpMk id="20" creationId="{ACA94EF2-F5F6-DC60-651E-87C83C15E1A4}"/>
          </ac:cxnSpMkLst>
        </pc:cxnChg>
        <pc:cxnChg chg="del mod">
          <ac:chgData name="Jamel ESSOUSSI" userId="7f3b36906eedcce8" providerId="LiveId" clId="{9A5245F9-C04D-4E06-B9FE-A0FC453EDC69}" dt="2025-10-22T20:39:30.908" v="1176" actId="478"/>
          <ac:cxnSpMkLst>
            <pc:docMk/>
            <pc:sldMk cId="428753227" sldId="273"/>
            <ac:cxnSpMk id="21" creationId="{F9F074AD-1AF8-8957-A995-8FD668B41AC1}"/>
          </ac:cxnSpMkLst>
        </pc:cxnChg>
        <pc:cxnChg chg="add mod">
          <ac:chgData name="Jamel ESSOUSSI" userId="7f3b36906eedcce8" providerId="LiveId" clId="{9A5245F9-C04D-4E06-B9FE-A0FC453EDC69}" dt="2025-10-22T20:40:20.218" v="1225" actId="1076"/>
          <ac:cxnSpMkLst>
            <pc:docMk/>
            <pc:sldMk cId="428753227" sldId="273"/>
            <ac:cxnSpMk id="24" creationId="{ABAED78F-C537-A25E-15F7-FA1890783321}"/>
          </ac:cxnSpMkLst>
        </pc:cxnChg>
        <pc:cxnChg chg="add mod">
          <ac:chgData name="Jamel ESSOUSSI" userId="7f3b36906eedcce8" providerId="LiveId" clId="{9A5245F9-C04D-4E06-B9FE-A0FC453EDC69}" dt="2025-10-22T20:40:38.405" v="1250" actId="1076"/>
          <ac:cxnSpMkLst>
            <pc:docMk/>
            <pc:sldMk cId="428753227" sldId="273"/>
            <ac:cxnSpMk id="26" creationId="{77D3622D-7D3E-A227-C533-676CFCE14D0F}"/>
          </ac:cxnSpMkLst>
        </pc:cxnChg>
      </pc:sldChg>
      <pc:sldChg chg="del">
        <pc:chgData name="Jamel ESSOUSSI" userId="7f3b36906eedcce8" providerId="LiveId" clId="{9A5245F9-C04D-4E06-B9FE-A0FC453EDC69}" dt="2025-10-22T20:34:12.998" v="980" actId="47"/>
        <pc:sldMkLst>
          <pc:docMk/>
          <pc:sldMk cId="3080580636" sldId="273"/>
        </pc:sldMkLst>
      </pc:sldChg>
      <pc:sldChg chg="addSp delSp modSp add mod">
        <pc:chgData name="Jamel ESSOUSSI" userId="7f3b36906eedcce8" providerId="LiveId" clId="{9A5245F9-C04D-4E06-B9FE-A0FC453EDC69}" dt="2025-10-22T20:43:14.804" v="1380" actId="1076"/>
        <pc:sldMkLst>
          <pc:docMk/>
          <pc:sldMk cId="2501541842" sldId="274"/>
        </pc:sldMkLst>
        <pc:spChg chg="mod">
          <ac:chgData name="Jamel ESSOUSSI" userId="7f3b36906eedcce8" providerId="LiveId" clId="{9A5245F9-C04D-4E06-B9FE-A0FC453EDC69}" dt="2025-10-22T20:42:46.346" v="1377" actId="20577"/>
          <ac:spMkLst>
            <pc:docMk/>
            <pc:sldMk cId="2501541842" sldId="274"/>
            <ac:spMk id="2" creationId="{2A11C9C8-A2B0-D77D-3DE7-8ECA89721475}"/>
          </ac:spMkLst>
        </pc:spChg>
        <pc:spChg chg="del">
          <ac:chgData name="Jamel ESSOUSSI" userId="7f3b36906eedcce8" providerId="LiveId" clId="{9A5245F9-C04D-4E06-B9FE-A0FC453EDC69}" dt="2025-10-22T20:42:04.995" v="1361" actId="478"/>
          <ac:spMkLst>
            <pc:docMk/>
            <pc:sldMk cId="2501541842" sldId="274"/>
            <ac:spMk id="19" creationId="{FEDE1C4C-AE73-9942-8104-1825F43CA6AC}"/>
          </ac:spMkLst>
        </pc:spChg>
        <pc:spChg chg="del">
          <ac:chgData name="Jamel ESSOUSSI" userId="7f3b36906eedcce8" providerId="LiveId" clId="{9A5245F9-C04D-4E06-B9FE-A0FC453EDC69}" dt="2025-10-22T20:42:04.995" v="1361" actId="478"/>
          <ac:spMkLst>
            <pc:docMk/>
            <pc:sldMk cId="2501541842" sldId="274"/>
            <ac:spMk id="23" creationId="{0BB75019-C32A-6D8C-9171-D48EFBD28E62}"/>
          </ac:spMkLst>
        </pc:spChg>
        <pc:spChg chg="del">
          <ac:chgData name="Jamel ESSOUSSI" userId="7f3b36906eedcce8" providerId="LiveId" clId="{9A5245F9-C04D-4E06-B9FE-A0FC453EDC69}" dt="2025-10-22T20:42:04.995" v="1361" actId="478"/>
          <ac:spMkLst>
            <pc:docMk/>
            <pc:sldMk cId="2501541842" sldId="274"/>
            <ac:spMk id="25" creationId="{2B32F431-8FC2-3CC5-419E-0D4CD6EBBBA0}"/>
          </ac:spMkLst>
        </pc:spChg>
        <pc:spChg chg="del">
          <ac:chgData name="Jamel ESSOUSSI" userId="7f3b36906eedcce8" providerId="LiveId" clId="{9A5245F9-C04D-4E06-B9FE-A0FC453EDC69}" dt="2025-10-22T20:42:04.995" v="1361" actId="478"/>
          <ac:spMkLst>
            <pc:docMk/>
            <pc:sldMk cId="2501541842" sldId="274"/>
            <ac:spMk id="27" creationId="{E1E92D18-9FE5-D1A9-DD47-150C556EE8D3}"/>
          </ac:spMkLst>
        </pc:spChg>
        <pc:picChg chg="del">
          <ac:chgData name="Jamel ESSOUSSI" userId="7f3b36906eedcce8" providerId="LiveId" clId="{9A5245F9-C04D-4E06-B9FE-A0FC453EDC69}" dt="2025-10-22T20:42:04.995" v="1361" actId="478"/>
          <ac:picMkLst>
            <pc:docMk/>
            <pc:sldMk cId="2501541842" sldId="274"/>
            <ac:picMk id="4" creationId="{2CCD5D37-8895-EC77-D2F9-7AE067650A5C}"/>
          </ac:picMkLst>
        </pc:picChg>
        <pc:picChg chg="add del">
          <ac:chgData name="Jamel ESSOUSSI" userId="7f3b36906eedcce8" providerId="LiveId" clId="{9A5245F9-C04D-4E06-B9FE-A0FC453EDC69}" dt="2025-10-22T20:43:11.256" v="1378" actId="478"/>
          <ac:picMkLst>
            <pc:docMk/>
            <pc:sldMk cId="2501541842" sldId="274"/>
            <ac:picMk id="5" creationId="{04C9C00E-CF2F-D9A2-2036-1D4BB0896284}"/>
          </ac:picMkLst>
        </pc:picChg>
        <pc:picChg chg="add mod">
          <ac:chgData name="Jamel ESSOUSSI" userId="7f3b36906eedcce8" providerId="LiveId" clId="{9A5245F9-C04D-4E06-B9FE-A0FC453EDC69}" dt="2025-10-22T20:43:14.804" v="1380" actId="1076"/>
          <ac:picMkLst>
            <pc:docMk/>
            <pc:sldMk cId="2501541842" sldId="274"/>
            <ac:picMk id="10" creationId="{3978E7E6-D9B5-0C9E-3376-FEF374DE98FB}"/>
          </ac:picMkLst>
        </pc:picChg>
        <pc:cxnChg chg="del">
          <ac:chgData name="Jamel ESSOUSSI" userId="7f3b36906eedcce8" providerId="LiveId" clId="{9A5245F9-C04D-4E06-B9FE-A0FC453EDC69}" dt="2025-10-22T20:42:04.995" v="1361" actId="478"/>
          <ac:cxnSpMkLst>
            <pc:docMk/>
            <pc:sldMk cId="2501541842" sldId="274"/>
            <ac:cxnSpMk id="13" creationId="{FB043F78-4350-F78D-ABBD-FB51CA3F7A05}"/>
          </ac:cxnSpMkLst>
        </pc:cxnChg>
        <pc:cxnChg chg="del">
          <ac:chgData name="Jamel ESSOUSSI" userId="7f3b36906eedcce8" providerId="LiveId" clId="{9A5245F9-C04D-4E06-B9FE-A0FC453EDC69}" dt="2025-10-22T20:42:04.995" v="1361" actId="478"/>
          <ac:cxnSpMkLst>
            <pc:docMk/>
            <pc:sldMk cId="2501541842" sldId="274"/>
            <ac:cxnSpMk id="20" creationId="{D5785CE4-AA74-4252-43D3-17F3262CAF8C}"/>
          </ac:cxnSpMkLst>
        </pc:cxnChg>
        <pc:cxnChg chg="del">
          <ac:chgData name="Jamel ESSOUSSI" userId="7f3b36906eedcce8" providerId="LiveId" clId="{9A5245F9-C04D-4E06-B9FE-A0FC453EDC69}" dt="2025-10-22T20:42:04.995" v="1361" actId="478"/>
          <ac:cxnSpMkLst>
            <pc:docMk/>
            <pc:sldMk cId="2501541842" sldId="274"/>
            <ac:cxnSpMk id="24" creationId="{BA318576-14ED-7A26-F3A7-11748D4AB469}"/>
          </ac:cxnSpMkLst>
        </pc:cxnChg>
        <pc:cxnChg chg="del">
          <ac:chgData name="Jamel ESSOUSSI" userId="7f3b36906eedcce8" providerId="LiveId" clId="{9A5245F9-C04D-4E06-B9FE-A0FC453EDC69}" dt="2025-10-22T20:42:04.995" v="1361" actId="478"/>
          <ac:cxnSpMkLst>
            <pc:docMk/>
            <pc:sldMk cId="2501541842" sldId="274"/>
            <ac:cxnSpMk id="26" creationId="{328AAC1D-5C95-FF58-D605-FD7383458749}"/>
          </ac:cxnSpMkLst>
        </pc:cxnChg>
      </pc:sldChg>
      <pc:sldChg chg="del">
        <pc:chgData name="Jamel ESSOUSSI" userId="7f3b36906eedcce8" providerId="LiveId" clId="{9A5245F9-C04D-4E06-B9FE-A0FC453EDC69}" dt="2025-09-17T09:09:05.657" v="598" actId="47"/>
        <pc:sldMkLst>
          <pc:docMk/>
          <pc:sldMk cId="3553202792" sldId="274"/>
        </pc:sldMkLst>
      </pc:sldChg>
      <pc:sldChg chg="modSp add mod">
        <pc:chgData name="Jamel ESSOUSSI" userId="7f3b36906eedcce8" providerId="LiveId" clId="{9A5245F9-C04D-4E06-B9FE-A0FC453EDC69}" dt="2025-10-22T20:43:18.381" v="1381" actId="1076"/>
        <pc:sldMkLst>
          <pc:docMk/>
          <pc:sldMk cId="752490392" sldId="275"/>
        </pc:sldMkLst>
        <pc:picChg chg="mod">
          <ac:chgData name="Jamel ESSOUSSI" userId="7f3b36906eedcce8" providerId="LiveId" clId="{9A5245F9-C04D-4E06-B9FE-A0FC453EDC69}" dt="2025-10-22T20:43:18.381" v="1381" actId="1076"/>
          <ac:picMkLst>
            <pc:docMk/>
            <pc:sldMk cId="752490392" sldId="275"/>
            <ac:picMk id="5" creationId="{54A2E770-E0BB-DBC3-1129-71724E02E932}"/>
          </ac:picMkLst>
        </pc:picChg>
      </pc:sldChg>
      <pc:sldChg chg="del">
        <pc:chgData name="Jamel ESSOUSSI" userId="7f3b36906eedcce8" providerId="LiveId" clId="{9A5245F9-C04D-4E06-B9FE-A0FC453EDC69}" dt="2025-09-17T09:09:05.826" v="599" actId="47"/>
        <pc:sldMkLst>
          <pc:docMk/>
          <pc:sldMk cId="772843223" sldId="275"/>
        </pc:sldMkLst>
      </pc:sldChg>
      <pc:sldChg chg="addSp delSp modSp add mod">
        <pc:chgData name="Jamel ESSOUSSI" userId="7f3b36906eedcce8" providerId="LiveId" clId="{9A5245F9-C04D-4E06-B9FE-A0FC453EDC69}" dt="2025-10-22T20:43:55.483" v="1390" actId="1076"/>
        <pc:sldMkLst>
          <pc:docMk/>
          <pc:sldMk cId="28426774" sldId="276"/>
        </pc:sldMkLst>
        <pc:spChg chg="mod">
          <ac:chgData name="Jamel ESSOUSSI" userId="7f3b36906eedcce8" providerId="LiveId" clId="{9A5245F9-C04D-4E06-B9FE-A0FC453EDC69}" dt="2025-10-22T20:43:25.877" v="1387" actId="20577"/>
          <ac:spMkLst>
            <pc:docMk/>
            <pc:sldMk cId="28426774" sldId="276"/>
            <ac:spMk id="2" creationId="{9505B40D-7C5C-78CA-76B7-EBFAC99AE508}"/>
          </ac:spMkLst>
        </pc:spChg>
        <pc:picChg chg="add mod">
          <ac:chgData name="Jamel ESSOUSSI" userId="7f3b36906eedcce8" providerId="LiveId" clId="{9A5245F9-C04D-4E06-B9FE-A0FC453EDC69}" dt="2025-10-22T20:43:55.483" v="1390" actId="1076"/>
          <ac:picMkLst>
            <pc:docMk/>
            <pc:sldMk cId="28426774" sldId="276"/>
            <ac:picMk id="4" creationId="{50C09B12-308E-C60A-DB8A-50794486DE6A}"/>
          </ac:picMkLst>
        </pc:picChg>
        <pc:picChg chg="del">
          <ac:chgData name="Jamel ESSOUSSI" userId="7f3b36906eedcce8" providerId="LiveId" clId="{9A5245F9-C04D-4E06-B9FE-A0FC453EDC69}" dt="2025-10-22T20:43:52.820" v="1388" actId="478"/>
          <ac:picMkLst>
            <pc:docMk/>
            <pc:sldMk cId="28426774" sldId="276"/>
            <ac:picMk id="5" creationId="{4C23A869-909A-C1AC-F3A1-FEA16571E918}"/>
          </ac:picMkLst>
        </pc:picChg>
      </pc:sldChg>
      <pc:sldChg chg="del">
        <pc:chgData name="Jamel ESSOUSSI" userId="7f3b36906eedcce8" providerId="LiveId" clId="{9A5245F9-C04D-4E06-B9FE-A0FC453EDC69}" dt="2025-09-17T09:09:04.454" v="590" actId="47"/>
        <pc:sldMkLst>
          <pc:docMk/>
          <pc:sldMk cId="4214158508" sldId="276"/>
        </pc:sldMkLst>
      </pc:sldChg>
      <pc:sldChg chg="del">
        <pc:chgData name="Jamel ESSOUSSI" userId="7f3b36906eedcce8" providerId="LiveId" clId="{9A5245F9-C04D-4E06-B9FE-A0FC453EDC69}" dt="2025-09-17T09:09:04.590" v="591" actId="47"/>
        <pc:sldMkLst>
          <pc:docMk/>
          <pc:sldMk cId="2890676260" sldId="277"/>
        </pc:sldMkLst>
      </pc:sldChg>
      <pc:sldChg chg="addSp delSp modSp add mod">
        <pc:chgData name="Jamel ESSOUSSI" userId="7f3b36906eedcce8" providerId="LiveId" clId="{9A5245F9-C04D-4E06-B9FE-A0FC453EDC69}" dt="2025-10-22T20:55:01.934" v="1519" actId="1076"/>
        <pc:sldMkLst>
          <pc:docMk/>
          <pc:sldMk cId="4078030275" sldId="277"/>
        </pc:sldMkLst>
        <pc:spChg chg="mod">
          <ac:chgData name="Jamel ESSOUSSI" userId="7f3b36906eedcce8" providerId="LiveId" clId="{9A5245F9-C04D-4E06-B9FE-A0FC453EDC69}" dt="2025-10-22T20:54:02.961" v="1514" actId="27636"/>
          <ac:spMkLst>
            <pc:docMk/>
            <pc:sldMk cId="4078030275" sldId="277"/>
            <ac:spMk id="3" creationId="{AC76CD73-3F2B-E7AB-E2E0-CE2550B88223}"/>
          </ac:spMkLst>
        </pc:spChg>
        <pc:picChg chg="add del">
          <ac:chgData name="Jamel ESSOUSSI" userId="7f3b36906eedcce8" providerId="LiveId" clId="{9A5245F9-C04D-4E06-B9FE-A0FC453EDC69}" dt="2025-10-22T20:54:59.369" v="1517" actId="478"/>
          <ac:picMkLst>
            <pc:docMk/>
            <pc:sldMk cId="4078030275" sldId="277"/>
            <ac:picMk id="5" creationId="{D2DCC272-1723-4E98-7DE3-10AF5F41DBC4}"/>
          </ac:picMkLst>
        </pc:picChg>
        <pc:picChg chg="add mod">
          <ac:chgData name="Jamel ESSOUSSI" userId="7f3b36906eedcce8" providerId="LiveId" clId="{9A5245F9-C04D-4E06-B9FE-A0FC453EDC69}" dt="2025-10-22T20:55:01.934" v="1519" actId="1076"/>
          <ac:picMkLst>
            <pc:docMk/>
            <pc:sldMk cId="4078030275" sldId="277"/>
            <ac:picMk id="10" creationId="{695ECAC7-D71F-FE18-CCE5-6B5AD76CD18E}"/>
          </ac:picMkLst>
        </pc:picChg>
      </pc:sldChg>
      <pc:sldChg chg="add">
        <pc:chgData name="Jamel ESSOUSSI" userId="7f3b36906eedcce8" providerId="LiveId" clId="{9A5245F9-C04D-4E06-B9FE-A0FC453EDC69}" dt="2025-10-22T20:54:31.336" v="1516" actId="2890"/>
        <pc:sldMkLst>
          <pc:docMk/>
          <pc:sldMk cId="37930077" sldId="278"/>
        </pc:sldMkLst>
      </pc:sldChg>
      <pc:sldChg chg="del">
        <pc:chgData name="Jamel ESSOUSSI" userId="7f3b36906eedcce8" providerId="LiveId" clId="{9A5245F9-C04D-4E06-B9FE-A0FC453EDC69}" dt="2025-09-17T09:09:04.748" v="592" actId="47"/>
        <pc:sldMkLst>
          <pc:docMk/>
          <pc:sldMk cId="540364037" sldId="278"/>
        </pc:sldMkLst>
      </pc:sldChg>
      <pc:sldChg chg="modSp add mod ord">
        <pc:chgData name="Jamel ESSOUSSI" userId="7f3b36906eedcce8" providerId="LiveId" clId="{9A5245F9-C04D-4E06-B9FE-A0FC453EDC69}" dt="2025-10-22T20:58:12.818" v="1574" actId="20577"/>
        <pc:sldMkLst>
          <pc:docMk/>
          <pc:sldMk cId="1501059243" sldId="279"/>
        </pc:sldMkLst>
        <pc:spChg chg="mod">
          <ac:chgData name="Jamel ESSOUSSI" userId="7f3b36906eedcce8" providerId="LiveId" clId="{9A5245F9-C04D-4E06-B9FE-A0FC453EDC69}" dt="2025-10-22T20:58:12.818" v="1574" actId="20577"/>
          <ac:spMkLst>
            <pc:docMk/>
            <pc:sldMk cId="1501059243" sldId="279"/>
            <ac:spMk id="3" creationId="{46C00C7B-5C65-B97C-7F29-081F4C629858}"/>
          </ac:spMkLst>
        </pc:spChg>
      </pc:sldChg>
      <pc:sldChg chg="del">
        <pc:chgData name="Jamel ESSOUSSI" userId="7f3b36906eedcce8" providerId="LiveId" clId="{9A5245F9-C04D-4E06-B9FE-A0FC453EDC69}" dt="2025-09-17T09:09:04.899" v="593" actId="47"/>
        <pc:sldMkLst>
          <pc:docMk/>
          <pc:sldMk cId="3083699484" sldId="279"/>
        </pc:sldMkLst>
      </pc:sldChg>
      <pc:sldChg chg="del">
        <pc:chgData name="Jamel ESSOUSSI" userId="7f3b36906eedcce8" providerId="LiveId" clId="{9A5245F9-C04D-4E06-B9FE-A0FC453EDC69}" dt="2025-10-22T20:34:13.331" v="981" actId="47"/>
        <pc:sldMkLst>
          <pc:docMk/>
          <pc:sldMk cId="3591153794" sldId="279"/>
        </pc:sldMkLst>
      </pc:sldChg>
      <pc:sldChg chg="del">
        <pc:chgData name="Jamel ESSOUSSI" userId="7f3b36906eedcce8" providerId="LiveId" clId="{9A5245F9-C04D-4E06-B9FE-A0FC453EDC69}" dt="2025-10-22T20:34:13.569" v="982" actId="47"/>
        <pc:sldMkLst>
          <pc:docMk/>
          <pc:sldMk cId="367963585" sldId="280"/>
        </pc:sldMkLst>
      </pc:sldChg>
      <pc:sldChg chg="del">
        <pc:chgData name="Jamel ESSOUSSI" userId="7f3b36906eedcce8" providerId="LiveId" clId="{9A5245F9-C04D-4E06-B9FE-A0FC453EDC69}" dt="2025-09-17T09:09:05.980" v="600" actId="47"/>
        <pc:sldMkLst>
          <pc:docMk/>
          <pc:sldMk cId="2780885391" sldId="280"/>
        </pc:sldMkLst>
      </pc:sldChg>
      <pc:sldChg chg="modSp add mod ord">
        <pc:chgData name="Jamel ESSOUSSI" userId="7f3b36906eedcce8" providerId="LiveId" clId="{9A5245F9-C04D-4E06-B9FE-A0FC453EDC69}" dt="2025-10-22T21:02:40.389" v="1687" actId="20577"/>
        <pc:sldMkLst>
          <pc:docMk/>
          <pc:sldMk cId="3313684467" sldId="280"/>
        </pc:sldMkLst>
        <pc:spChg chg="mod">
          <ac:chgData name="Jamel ESSOUSSI" userId="7f3b36906eedcce8" providerId="LiveId" clId="{9A5245F9-C04D-4E06-B9FE-A0FC453EDC69}" dt="2025-10-22T21:02:40.389" v="1687" actId="20577"/>
          <ac:spMkLst>
            <pc:docMk/>
            <pc:sldMk cId="3313684467" sldId="280"/>
            <ac:spMk id="3" creationId="{F908CC20-D4F1-929B-3575-3A84B0F50CC2}"/>
          </ac:spMkLst>
        </pc:spChg>
      </pc:sldChg>
      <pc:sldChg chg="del">
        <pc:chgData name="Jamel ESSOUSSI" userId="7f3b36906eedcce8" providerId="LiveId" clId="{9A5245F9-C04D-4E06-B9FE-A0FC453EDC69}" dt="2025-09-17T09:09:06.131" v="601" actId="47"/>
        <pc:sldMkLst>
          <pc:docMk/>
          <pc:sldMk cId="2797712694" sldId="281"/>
        </pc:sldMkLst>
      </pc:sldChg>
      <pc:sldChg chg="del">
        <pc:chgData name="Jamel ESSOUSSI" userId="7f3b36906eedcce8" providerId="LiveId" clId="{9A5245F9-C04D-4E06-B9FE-A0FC453EDC69}" dt="2025-09-17T09:09:06.295" v="602" actId="47"/>
        <pc:sldMkLst>
          <pc:docMk/>
          <pc:sldMk cId="2000754520" sldId="282"/>
        </pc:sldMkLst>
      </pc:sldChg>
      <pc:sldChg chg="del">
        <pc:chgData name="Jamel ESSOUSSI" userId="7f3b36906eedcce8" providerId="LiveId" clId="{9A5245F9-C04D-4E06-B9FE-A0FC453EDC69}" dt="2025-10-22T20:34:13.771" v="983" actId="47"/>
        <pc:sldMkLst>
          <pc:docMk/>
          <pc:sldMk cId="2681065133" sldId="282"/>
        </pc:sldMkLst>
      </pc:sldChg>
      <pc:sldChg chg="del">
        <pc:chgData name="Jamel ESSOUSSI" userId="7f3b36906eedcce8" providerId="LiveId" clId="{9A5245F9-C04D-4E06-B9FE-A0FC453EDC69}" dt="2025-10-22T20:34:13.965" v="984" actId="47"/>
        <pc:sldMkLst>
          <pc:docMk/>
          <pc:sldMk cId="1775498411" sldId="283"/>
        </pc:sldMkLst>
      </pc:sldChg>
      <pc:sldChg chg="del">
        <pc:chgData name="Jamel ESSOUSSI" userId="7f3b36906eedcce8" providerId="LiveId" clId="{9A5245F9-C04D-4E06-B9FE-A0FC453EDC69}" dt="2025-09-17T09:09:06.699" v="603" actId="47"/>
        <pc:sldMkLst>
          <pc:docMk/>
          <pc:sldMk cId="4147185083" sldId="283"/>
        </pc:sldMkLst>
      </pc:sldChg>
      <pc:sldChg chg="del">
        <pc:chgData name="Jamel ESSOUSSI" userId="7f3b36906eedcce8" providerId="LiveId" clId="{9A5245F9-C04D-4E06-B9FE-A0FC453EDC69}" dt="2025-10-22T20:34:14.144" v="985" actId="47"/>
        <pc:sldMkLst>
          <pc:docMk/>
          <pc:sldMk cId="1139033497" sldId="284"/>
        </pc:sldMkLst>
      </pc:sldChg>
      <pc:sldChg chg="del">
        <pc:chgData name="Jamel ESSOUSSI" userId="7f3b36906eedcce8" providerId="LiveId" clId="{9A5245F9-C04D-4E06-B9FE-A0FC453EDC69}" dt="2025-09-17T09:09:06.870" v="604" actId="47"/>
        <pc:sldMkLst>
          <pc:docMk/>
          <pc:sldMk cId="1392757165" sldId="284"/>
        </pc:sldMkLst>
      </pc:sldChg>
      <pc:sldChg chg="del">
        <pc:chgData name="Jamel ESSOUSSI" userId="7f3b36906eedcce8" providerId="LiveId" clId="{9A5245F9-C04D-4E06-B9FE-A0FC453EDC69}" dt="2025-10-22T20:34:15.010" v="990" actId="47"/>
        <pc:sldMkLst>
          <pc:docMk/>
          <pc:sldMk cId="2017225045" sldId="285"/>
        </pc:sldMkLst>
      </pc:sldChg>
      <pc:sldChg chg="del">
        <pc:chgData name="Jamel ESSOUSSI" userId="7f3b36906eedcce8" providerId="LiveId" clId="{9A5245F9-C04D-4E06-B9FE-A0FC453EDC69}" dt="2025-09-17T09:09:07.055" v="605" actId="47"/>
        <pc:sldMkLst>
          <pc:docMk/>
          <pc:sldMk cId="4171505704" sldId="285"/>
        </pc:sldMkLst>
      </pc:sldChg>
      <pc:sldChg chg="del">
        <pc:chgData name="Jamel ESSOUSSI" userId="7f3b36906eedcce8" providerId="LiveId" clId="{9A5245F9-C04D-4E06-B9FE-A0FC453EDC69}" dt="2025-09-17T09:09:07.207" v="606" actId="47"/>
        <pc:sldMkLst>
          <pc:docMk/>
          <pc:sldMk cId="3052162836" sldId="286"/>
        </pc:sldMkLst>
      </pc:sldChg>
      <pc:sldChg chg="del">
        <pc:chgData name="Jamel ESSOUSSI" userId="7f3b36906eedcce8" providerId="LiveId" clId="{9A5245F9-C04D-4E06-B9FE-A0FC453EDC69}" dt="2025-10-22T20:34:14.675" v="988" actId="47"/>
        <pc:sldMkLst>
          <pc:docMk/>
          <pc:sldMk cId="1400479926" sldId="287"/>
        </pc:sldMkLst>
      </pc:sldChg>
      <pc:sldChg chg="del">
        <pc:chgData name="Jamel ESSOUSSI" userId="7f3b36906eedcce8" providerId="LiveId" clId="{9A5245F9-C04D-4E06-B9FE-A0FC453EDC69}" dt="2025-09-17T09:09:07.517" v="608" actId="47"/>
        <pc:sldMkLst>
          <pc:docMk/>
          <pc:sldMk cId="1746499926" sldId="287"/>
        </pc:sldMkLst>
      </pc:sldChg>
      <pc:sldChg chg="del">
        <pc:chgData name="Jamel ESSOUSSI" userId="7f3b36906eedcce8" providerId="LiveId" clId="{9A5245F9-C04D-4E06-B9FE-A0FC453EDC69}" dt="2025-09-17T09:09:07.368" v="607" actId="47"/>
        <pc:sldMkLst>
          <pc:docMk/>
          <pc:sldMk cId="209359223" sldId="288"/>
        </pc:sldMkLst>
      </pc:sldChg>
      <pc:sldChg chg="del">
        <pc:chgData name="Jamel ESSOUSSI" userId="7f3b36906eedcce8" providerId="LiveId" clId="{9A5245F9-C04D-4E06-B9FE-A0FC453EDC69}" dt="2025-10-22T20:34:14.313" v="986" actId="47"/>
        <pc:sldMkLst>
          <pc:docMk/>
          <pc:sldMk cId="2568525933" sldId="288"/>
        </pc:sldMkLst>
      </pc:sldChg>
      <pc:sldChg chg="del">
        <pc:chgData name="Jamel ESSOUSSI" userId="7f3b36906eedcce8" providerId="LiveId" clId="{9A5245F9-C04D-4E06-B9FE-A0FC453EDC69}" dt="2025-10-22T20:34:14.837" v="989" actId="47"/>
        <pc:sldMkLst>
          <pc:docMk/>
          <pc:sldMk cId="156154647" sldId="289"/>
        </pc:sldMkLst>
      </pc:sldChg>
      <pc:sldChg chg="del">
        <pc:chgData name="Jamel ESSOUSSI" userId="7f3b36906eedcce8" providerId="LiveId" clId="{9A5245F9-C04D-4E06-B9FE-A0FC453EDC69}" dt="2025-09-17T09:09:07.825" v="610" actId="47"/>
        <pc:sldMkLst>
          <pc:docMk/>
          <pc:sldMk cId="954601448" sldId="289"/>
        </pc:sldMkLst>
      </pc:sldChg>
      <pc:sldChg chg="del">
        <pc:chgData name="Jamel ESSOUSSI" userId="7f3b36906eedcce8" providerId="LiveId" clId="{9A5245F9-C04D-4E06-B9FE-A0FC453EDC69}" dt="2025-09-17T09:09:09.753" v="611" actId="47"/>
        <pc:sldMkLst>
          <pc:docMk/>
          <pc:sldMk cId="1220732161" sldId="290"/>
        </pc:sldMkLst>
      </pc:sldChg>
      <pc:sldChg chg="del">
        <pc:chgData name="Jamel ESSOUSSI" userId="7f3b36906eedcce8" providerId="LiveId" clId="{9A5245F9-C04D-4E06-B9FE-A0FC453EDC69}" dt="2025-10-22T20:34:15.215" v="991" actId="47"/>
        <pc:sldMkLst>
          <pc:docMk/>
          <pc:sldMk cId="2956242764" sldId="290"/>
        </pc:sldMkLst>
      </pc:sldChg>
      <pc:sldChg chg="del">
        <pc:chgData name="Jamel ESSOUSSI" userId="7f3b36906eedcce8" providerId="LiveId" clId="{9A5245F9-C04D-4E06-B9FE-A0FC453EDC69}" dt="2025-09-17T09:09:07.657" v="609" actId="47"/>
        <pc:sldMkLst>
          <pc:docMk/>
          <pc:sldMk cId="1994009777" sldId="291"/>
        </pc:sldMkLst>
      </pc:sldChg>
      <pc:sldChg chg="del">
        <pc:chgData name="Jamel ESSOUSSI" userId="7f3b36906eedcce8" providerId="LiveId" clId="{9A5245F9-C04D-4E06-B9FE-A0FC453EDC69}" dt="2025-10-22T20:34:15.514" v="992" actId="47"/>
        <pc:sldMkLst>
          <pc:docMk/>
          <pc:sldMk cId="3296819578" sldId="291"/>
        </pc:sldMkLst>
      </pc:sldChg>
      <pc:sldChg chg="del">
        <pc:chgData name="Jamel ESSOUSSI" userId="7f3b36906eedcce8" providerId="LiveId" clId="{9A5245F9-C04D-4E06-B9FE-A0FC453EDC69}" dt="2025-10-22T20:34:15.746" v="993" actId="47"/>
        <pc:sldMkLst>
          <pc:docMk/>
          <pc:sldMk cId="1807283847" sldId="292"/>
        </pc:sldMkLst>
      </pc:sldChg>
      <pc:sldChg chg="del">
        <pc:chgData name="Jamel ESSOUSSI" userId="7f3b36906eedcce8" providerId="LiveId" clId="{9A5245F9-C04D-4E06-B9FE-A0FC453EDC69}" dt="2025-10-22T20:34:16.060" v="994" actId="47"/>
        <pc:sldMkLst>
          <pc:docMk/>
          <pc:sldMk cId="617404711" sldId="293"/>
        </pc:sldMkLst>
      </pc:sldChg>
      <pc:sldChg chg="del">
        <pc:chgData name="Jamel ESSOUSSI" userId="7f3b36906eedcce8" providerId="LiveId" clId="{9A5245F9-C04D-4E06-B9FE-A0FC453EDC69}" dt="2025-10-22T20:34:16.300" v="995" actId="47"/>
        <pc:sldMkLst>
          <pc:docMk/>
          <pc:sldMk cId="976549031" sldId="294"/>
        </pc:sldMkLst>
      </pc:sldChg>
      <pc:sldChg chg="del">
        <pc:chgData name="Jamel ESSOUSSI" userId="7f3b36906eedcce8" providerId="LiveId" clId="{9A5245F9-C04D-4E06-B9FE-A0FC453EDC69}" dt="2025-10-22T20:34:16.493" v="996" actId="47"/>
        <pc:sldMkLst>
          <pc:docMk/>
          <pc:sldMk cId="3332639336" sldId="295"/>
        </pc:sldMkLst>
      </pc:sldChg>
      <pc:sldChg chg="del">
        <pc:chgData name="Jamel ESSOUSSI" userId="7f3b36906eedcce8" providerId="LiveId" clId="{9A5245F9-C04D-4E06-B9FE-A0FC453EDC69}" dt="2025-10-22T20:34:16.656" v="997" actId="47"/>
        <pc:sldMkLst>
          <pc:docMk/>
          <pc:sldMk cId="1345617437" sldId="296"/>
        </pc:sldMkLst>
      </pc:sldChg>
      <pc:sldChg chg="del">
        <pc:chgData name="Jamel ESSOUSSI" userId="7f3b36906eedcce8" providerId="LiveId" clId="{9A5245F9-C04D-4E06-B9FE-A0FC453EDC69}" dt="2025-10-22T20:34:16.823" v="998" actId="47"/>
        <pc:sldMkLst>
          <pc:docMk/>
          <pc:sldMk cId="2858417412" sldId="297"/>
        </pc:sldMkLst>
      </pc:sldChg>
      <pc:sldChg chg="del">
        <pc:chgData name="Jamel ESSOUSSI" userId="7f3b36906eedcce8" providerId="LiveId" clId="{9A5245F9-C04D-4E06-B9FE-A0FC453EDC69}" dt="2025-10-22T20:34:16.995" v="999" actId="47"/>
        <pc:sldMkLst>
          <pc:docMk/>
          <pc:sldMk cId="3878662094" sldId="298"/>
        </pc:sldMkLst>
      </pc:sldChg>
      <pc:sldChg chg="del">
        <pc:chgData name="Jamel ESSOUSSI" userId="7f3b36906eedcce8" providerId="LiveId" clId="{9A5245F9-C04D-4E06-B9FE-A0FC453EDC69}" dt="2025-10-22T20:34:17.672" v="1002" actId="47"/>
        <pc:sldMkLst>
          <pc:docMk/>
          <pc:sldMk cId="2208098638" sldId="299"/>
        </pc:sldMkLst>
      </pc:sldChg>
      <pc:sldChg chg="del">
        <pc:chgData name="Jamel ESSOUSSI" userId="7f3b36906eedcce8" providerId="LiveId" clId="{9A5245F9-C04D-4E06-B9FE-A0FC453EDC69}" dt="2025-10-22T20:34:17.487" v="1001" actId="47"/>
        <pc:sldMkLst>
          <pc:docMk/>
          <pc:sldMk cId="3842068328" sldId="300"/>
        </pc:sldMkLst>
      </pc:sldChg>
      <pc:sldChg chg="del">
        <pc:chgData name="Jamel ESSOUSSI" userId="7f3b36906eedcce8" providerId="LiveId" clId="{9A5245F9-C04D-4E06-B9FE-A0FC453EDC69}" dt="2025-10-22T20:34:17.259" v="1000" actId="47"/>
        <pc:sldMkLst>
          <pc:docMk/>
          <pc:sldMk cId="1043885415" sldId="301"/>
        </pc:sldMkLst>
      </pc:sldChg>
      <pc:sldChg chg="del">
        <pc:chgData name="Jamel ESSOUSSI" userId="7f3b36906eedcce8" providerId="LiveId" clId="{9A5245F9-C04D-4E06-B9FE-A0FC453EDC69}" dt="2025-10-22T20:34:17.823" v="1003" actId="47"/>
        <pc:sldMkLst>
          <pc:docMk/>
          <pc:sldMk cId="3983589255" sldId="302"/>
        </pc:sldMkLst>
      </pc:sldChg>
      <pc:sldChg chg="del">
        <pc:chgData name="Jamel ESSOUSSI" userId="7f3b36906eedcce8" providerId="LiveId" clId="{9A5245F9-C04D-4E06-B9FE-A0FC453EDC69}" dt="2025-10-22T20:34:18.012" v="1004" actId="47"/>
        <pc:sldMkLst>
          <pc:docMk/>
          <pc:sldMk cId="3004192992" sldId="303"/>
        </pc:sldMkLst>
      </pc:sldChg>
      <pc:sldChg chg="del">
        <pc:chgData name="Jamel ESSOUSSI" userId="7f3b36906eedcce8" providerId="LiveId" clId="{9A5245F9-C04D-4E06-B9FE-A0FC453EDC69}" dt="2025-10-22T20:34:18.627" v="1005" actId="47"/>
        <pc:sldMkLst>
          <pc:docMk/>
          <pc:sldMk cId="3724061420" sldId="304"/>
        </pc:sldMkLst>
      </pc:sldChg>
      <pc:sldChg chg="del">
        <pc:chgData name="Jamel ESSOUSSI" userId="7f3b36906eedcce8" providerId="LiveId" clId="{9A5245F9-C04D-4E06-B9FE-A0FC453EDC69}" dt="2025-10-22T20:34:19.998" v="1008" actId="47"/>
        <pc:sldMkLst>
          <pc:docMk/>
          <pc:sldMk cId="1895657740" sldId="305"/>
        </pc:sldMkLst>
      </pc:sldChg>
      <pc:sldChg chg="del">
        <pc:chgData name="Jamel ESSOUSSI" userId="7f3b36906eedcce8" providerId="LiveId" clId="{9A5245F9-C04D-4E06-B9FE-A0FC453EDC69}" dt="2025-10-22T20:34:18.950" v="1006" actId="47"/>
        <pc:sldMkLst>
          <pc:docMk/>
          <pc:sldMk cId="387646602" sldId="306"/>
        </pc:sldMkLst>
      </pc:sldChg>
      <pc:sldChg chg="del">
        <pc:chgData name="Jamel ESSOUSSI" userId="7f3b36906eedcce8" providerId="LiveId" clId="{9A5245F9-C04D-4E06-B9FE-A0FC453EDC69}" dt="2025-10-22T20:34:14.482" v="987" actId="47"/>
        <pc:sldMkLst>
          <pc:docMk/>
          <pc:sldMk cId="1497100849" sldId="307"/>
        </pc:sldMkLst>
      </pc:sldChg>
      <pc:sldChg chg="del">
        <pc:chgData name="Jamel ESSOUSSI" userId="7f3b36906eedcce8" providerId="LiveId" clId="{9A5245F9-C04D-4E06-B9FE-A0FC453EDC69}" dt="2025-10-22T20:34:19.314" v="1007" actId="47"/>
        <pc:sldMkLst>
          <pc:docMk/>
          <pc:sldMk cId="1305390932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6AF39-FBB6-43B4-90AD-49478CA8F3D4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E0A1D-69F2-40B1-9F25-5537999D0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5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F7689-FBB8-7B49-7E9C-900228773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C67E85-5187-BC09-1645-0DCCA8E69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90B7A3-3437-EDCC-5344-D87C3B2E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CD58-20E0-478A-817C-49893B535061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EF1F20-113D-9BAD-1411-BB50029F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002905-94A3-4109-FE23-B4493744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27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FBB8D-0074-A1C5-A604-21A19779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895D3-D06C-FAF1-29AD-F55D447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FDF80E-01F4-C241-A175-6DEE6DF1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4A78-99DA-4161-A9DB-67E73EFE95C1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801F92-DC7A-E95C-2045-DD0B611B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D5F253-A2EB-3A1E-B079-ACD63BB4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10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E83BC-ABBC-F5BB-446D-A30FD7F2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CAB8F4-FE6C-3F44-6BAF-DF241AEE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45C754-EEA5-553C-89EA-371841E8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357A-01FF-47B3-B975-560895DFF753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F0EB12-71A5-312A-4BA7-37045C19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DA10BF-770C-F3B3-5131-BC1391F2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37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0D9A5-1525-4FA6-3662-726D432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ABE3E-97EE-69E2-9365-DCAD206D5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F57D62-8080-F63F-7D25-5F518E713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C4B05F-E283-2A0D-69F9-05B72D32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6C92-A060-4F13-BA38-2C78BFCFE8F4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9C1ECF-B435-FB04-E683-62253A32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AAE511-9ED6-4693-22D1-CF494CAD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759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324896-8D1A-4DB2-09B2-60EEB2CE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A0B81A-7BA9-113C-8A8D-3E6A62E00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ED94F3-C92E-99DA-74CE-6D21AE67A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8D7ABA-E5A5-96F3-FABE-100ABC067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AD7BD1-CDB4-4539-B503-8F82569A9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44A2F90-F55A-CE53-3385-1F51F909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3B7E-1FF2-475B-A3A9-C52F5A9BF9A1}" type="datetime1">
              <a:rPr lang="fr-FR" smtClean="0"/>
              <a:t>12/11/2025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A33D39-D947-7B7B-34A2-5605418E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991F97-B708-ADC0-FAD2-78A6D094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12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82AEA-ADD2-867F-84D1-BDF1892D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7F60BC-D9D1-E91F-34D2-35082FA88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D156-12B2-4669-B1DF-391CBF8AFB3C}" type="datetime1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B4B056-FF19-C996-DAC8-B24FE0EF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332B13-E078-3DC0-32CC-45186169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63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A042B5-ED94-FF2C-EFCB-E0FEB84C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3FC9F-3F66-49DF-8934-DD5BF6657D2E}" type="datetime1">
              <a:rPr lang="fr-FR" smtClean="0"/>
              <a:t>12/11/2025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88D3C5-3246-3DED-4A0F-0C151A63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8293A8-F2AE-5658-60B3-D20F5BE6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16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C9960-F0A8-F632-F0C9-EF10440E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F43333-DF51-9D5E-E3C6-428237827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40709B-26A0-6D78-1FC9-3885BFF9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E0EB39-0613-2474-96C8-1A6B114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4823-57F9-44C1-93A2-18DDF241A146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E19F0E-D6CB-D907-CA64-CA53184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3B5CB8-2B24-46C9-F108-DF93B001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91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60AA7-76E9-5971-349E-79C56CE8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C06957-1095-6642-1380-52BFB464D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F107A8-6064-12D1-B57B-1A2E74C38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7ABA20-C413-E73B-C71C-8B978427E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3C1CC-338D-4F67-A46D-3ACB9553BA9B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36170A-A7B6-FFCD-C88B-EEBBEA2C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FE8B5D-1320-103B-AA23-76107175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1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DFCD9-340C-B1E9-4EB2-BFE42216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8AE679-A167-8AD9-F163-35EBEEFEC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72091-8F60-1FB6-191F-69E07BF9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1500F-42F9-4A9D-BBD2-8914727FF781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81EBEF-4875-BADB-6CA8-27678E90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6E122A-E296-DEB6-A5FB-0DD15429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042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57EFC5-FE9F-24F4-04F6-40DC3F0A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CB0C2D-333D-5573-AA69-6BDC1BD83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650EBD-12A7-D525-F6F1-38587EA6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239D-205D-4298-B8B6-EF8E37E24211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0F0A53-B05F-D6EE-2DA6-BF3DF508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B83321-88D6-856A-E861-D8E37E14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28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3E41F8-9F42-85E6-B1F7-5B8E9D65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F058A7-0512-106B-630E-A9F62C7E2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79EE2F-1F87-E13D-DF08-D1AA85B25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6D4AB-1D33-4AA6-BE67-91501BD5A20E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D41EBC-4047-E97C-C840-7299D8F01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715C3A-AE81-0BBA-A286-813782498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79EBE-3C05-4FA4-BC40-8B772E6189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9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oussi" TargetMode="External"/><Relationship Id="rId2" Type="http://schemas.openxmlformats.org/officeDocument/2006/relationships/hyperlink" Target="mailto:jamel.essoussi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963F-AAD3-4845-08D4-867D321EA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7200" dirty="0"/>
              <a:t>DevOps</a:t>
            </a:r>
            <a:br>
              <a:rPr lang="fr-FR" sz="4800" dirty="0"/>
            </a:br>
            <a:br>
              <a:rPr lang="fr-FR" sz="4800" dirty="0"/>
            </a:br>
            <a:r>
              <a:rPr lang="fr-FR" sz="4800" dirty="0"/>
              <a:t>TD-03 – Jenkins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5C2074-1A98-B036-47D6-AE3518369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1194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Jamel ESSOUSSI: Architecte logiciel</a:t>
            </a:r>
          </a:p>
          <a:p>
            <a:endParaRPr lang="fr-FR" dirty="0"/>
          </a:p>
          <a:p>
            <a:r>
              <a:rPr lang="fr-FR" dirty="0">
                <a:hlinkClick r:id="rId2"/>
              </a:rPr>
              <a:t>jamel.essoussi@gmail.com</a:t>
            </a:r>
            <a:endParaRPr lang="fr-FR" dirty="0"/>
          </a:p>
          <a:p>
            <a:endParaRPr lang="fr-FR" dirty="0"/>
          </a:p>
          <a:p>
            <a:r>
              <a:rPr lang="fr-FR" dirty="0">
                <a:hlinkClick r:id="rId3"/>
              </a:rPr>
              <a:t>https://github.com/jessoussi</a:t>
            </a:r>
            <a:endParaRPr lang="fr-FR" dirty="0"/>
          </a:p>
          <a:p>
            <a:r>
              <a:rPr lang="fr-FR" dirty="0"/>
              <a:t>2025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0B302E-DBEF-8A89-AEE8-C60B17E5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2229D-9569-478C-B0EC-9689E26F9A6A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4B5EDA-3E93-DCA5-B30B-155D8C72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3D14FC-623C-515C-0D64-5F506CB4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74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2D466-B01E-A19C-06F9-C5F6D0D4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68A0B9-C96D-2378-F531-6559B87A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4BDC56-D09D-4EE1-A586-ECCDBEF18CA6}" type="datetime1">
              <a:rPr lang="fr-FR" smtClean="0">
                <a:solidFill>
                  <a:schemeClr val="tx1">
                    <a:tint val="75000"/>
                  </a:schemeClr>
                </a:solidFill>
              </a:rPr>
              <a:t>12/11/2025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BDAE13-42C3-6CF0-361C-BE4FB706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TD03- Jenkins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68EFC6-9B9E-EC83-1D54-83318AE8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8879EBE-3C05-4FA4-BC40-8B772E61897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 descr="Une image contenant texte, capture d’écran, Graphique, diagramme&#10;&#10;Le contenu généré par l’IA peut être incorrect.">
            <a:extLst>
              <a:ext uri="{FF2B5EF4-FFF2-40B4-BE49-F238E27FC236}">
                <a16:creationId xmlns:a16="http://schemas.microsoft.com/office/drawing/2014/main" id="{70C83C49-03B4-B4CB-6849-2CD4BF794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985" y="882077"/>
            <a:ext cx="8538030" cy="5571065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5ACFFC8-CE8F-D278-08FA-CE79A35C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038"/>
            <a:ext cx="12342585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Outils du DevOps</a:t>
            </a:r>
          </a:p>
        </p:txBody>
      </p:sp>
    </p:spTree>
    <p:extLst>
      <p:ext uri="{BB962C8B-B14F-4D97-AF65-F5344CB8AC3E}">
        <p14:creationId xmlns:p14="http://schemas.microsoft.com/office/powerpoint/2010/main" val="143310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7A695-05EF-C34C-6608-FC42FFB1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098485-AFAF-B2FB-3B12-9E56840C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613-0BF5-46B9-949D-10155D4A578E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03182D-E6C4-E0EA-C3BD-4FD2111A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EB5B85-8689-7CE2-AAE6-94E25E33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3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BBD803-DAE0-E4BB-CE1E-A8140053E969}"/>
              </a:ext>
            </a:extLst>
          </p:cNvPr>
          <p:cNvSpPr txBox="1"/>
          <p:nvPr/>
        </p:nvSpPr>
        <p:spPr>
          <a:xfrm>
            <a:off x="915823" y="612648"/>
            <a:ext cx="9544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  <a:p>
            <a:endParaRPr lang="fr-FR" sz="3200" dirty="0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F02B0E5F-E1C1-9FC7-9352-571FB5FD3D69}"/>
              </a:ext>
            </a:extLst>
          </p:cNvPr>
          <p:cNvSpPr/>
          <p:nvPr/>
        </p:nvSpPr>
        <p:spPr>
          <a:xfrm rot="5400000">
            <a:off x="5728807" y="1562654"/>
            <a:ext cx="548640" cy="85162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8BB2BC-E6DD-3A54-31DC-2895BB2F46FF}"/>
              </a:ext>
            </a:extLst>
          </p:cNvPr>
          <p:cNvSpPr txBox="1"/>
          <p:nvPr/>
        </p:nvSpPr>
        <p:spPr>
          <a:xfrm>
            <a:off x="4820504" y="5374201"/>
            <a:ext cx="2650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Déploiement continue</a:t>
            </a:r>
          </a:p>
        </p:txBody>
      </p:sp>
      <p:sp>
        <p:nvSpPr>
          <p:cNvPr id="25" name="Légende : flèche vers la gauche 24">
            <a:extLst>
              <a:ext uri="{FF2B5EF4-FFF2-40B4-BE49-F238E27FC236}">
                <a16:creationId xmlns:a16="http://schemas.microsoft.com/office/drawing/2014/main" id="{AF6B3777-0C6F-6717-B19C-5BFE0618CCC3}"/>
              </a:ext>
            </a:extLst>
          </p:cNvPr>
          <p:cNvSpPr/>
          <p:nvPr/>
        </p:nvSpPr>
        <p:spPr>
          <a:xfrm>
            <a:off x="7511203" y="3995806"/>
            <a:ext cx="2106168" cy="1323439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Security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</a:t>
            </a:r>
          </a:p>
        </p:txBody>
      </p:sp>
      <p:sp>
        <p:nvSpPr>
          <p:cNvPr id="26" name="Légende : flèche vers la gauche 25">
            <a:extLst>
              <a:ext uri="{FF2B5EF4-FFF2-40B4-BE49-F238E27FC236}">
                <a16:creationId xmlns:a16="http://schemas.microsoft.com/office/drawing/2014/main" id="{A3311CED-B492-59A6-B473-C7ADE32EE13C}"/>
              </a:ext>
            </a:extLst>
          </p:cNvPr>
          <p:cNvSpPr/>
          <p:nvPr/>
        </p:nvSpPr>
        <p:spPr>
          <a:xfrm>
            <a:off x="5548544" y="4018240"/>
            <a:ext cx="1962659" cy="1323439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Deploy</a:t>
            </a:r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to</a:t>
            </a:r>
          </a:p>
          <a:p>
            <a:pPr algn="ctr"/>
            <a:r>
              <a:rPr lang="fr-FR" sz="14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Integration</a:t>
            </a:r>
            <a:endParaRPr lang="fr-FR" sz="1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7" name="Légende : flèche vers la gauche 26">
            <a:extLst>
              <a:ext uri="{FF2B5EF4-FFF2-40B4-BE49-F238E27FC236}">
                <a16:creationId xmlns:a16="http://schemas.microsoft.com/office/drawing/2014/main" id="{B48364CE-D7AB-4AD9-9AA7-E585F77B5EC7}"/>
              </a:ext>
            </a:extLst>
          </p:cNvPr>
          <p:cNvSpPr/>
          <p:nvPr/>
        </p:nvSpPr>
        <p:spPr>
          <a:xfrm>
            <a:off x="3581400" y="4018240"/>
            <a:ext cx="1962659" cy="1323439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Integration</a:t>
            </a:r>
            <a:endParaRPr lang="fr-FR" sz="1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Tests</a:t>
            </a:r>
          </a:p>
        </p:txBody>
      </p:sp>
      <p:sp>
        <p:nvSpPr>
          <p:cNvPr id="31" name="Légende : flèche vers la droite 30">
            <a:extLst>
              <a:ext uri="{FF2B5EF4-FFF2-40B4-BE49-F238E27FC236}">
                <a16:creationId xmlns:a16="http://schemas.microsoft.com/office/drawing/2014/main" id="{6F226FBD-604A-69F9-0092-5BA9A5597DE9}"/>
              </a:ext>
            </a:extLst>
          </p:cNvPr>
          <p:cNvSpPr/>
          <p:nvPr/>
        </p:nvSpPr>
        <p:spPr>
          <a:xfrm>
            <a:off x="1709928" y="2255863"/>
            <a:ext cx="1792224" cy="141732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Version Control</a:t>
            </a:r>
          </a:p>
          <a:p>
            <a:pPr algn="ctr"/>
            <a:endParaRPr lang="fr-FR" dirty="0"/>
          </a:p>
        </p:txBody>
      </p:sp>
      <p:sp>
        <p:nvSpPr>
          <p:cNvPr id="32" name="Légende : flèche vers la droite 31">
            <a:extLst>
              <a:ext uri="{FF2B5EF4-FFF2-40B4-BE49-F238E27FC236}">
                <a16:creationId xmlns:a16="http://schemas.microsoft.com/office/drawing/2014/main" id="{B10C4D80-0863-57F6-755C-5F0A7853CAA6}"/>
              </a:ext>
            </a:extLst>
          </p:cNvPr>
          <p:cNvSpPr/>
          <p:nvPr/>
        </p:nvSpPr>
        <p:spPr>
          <a:xfrm>
            <a:off x="3502152" y="2255863"/>
            <a:ext cx="1792224" cy="141732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</a:t>
            </a:r>
            <a:endParaRPr lang="fr-FR" dirty="0"/>
          </a:p>
        </p:txBody>
      </p:sp>
      <p:sp>
        <p:nvSpPr>
          <p:cNvPr id="33" name="Légende : flèche vers la droite 32">
            <a:extLst>
              <a:ext uri="{FF2B5EF4-FFF2-40B4-BE49-F238E27FC236}">
                <a16:creationId xmlns:a16="http://schemas.microsoft.com/office/drawing/2014/main" id="{5048EE12-9B9B-4336-7E61-9C7CF36C094E}"/>
              </a:ext>
            </a:extLst>
          </p:cNvPr>
          <p:cNvSpPr/>
          <p:nvPr/>
        </p:nvSpPr>
        <p:spPr>
          <a:xfrm>
            <a:off x="5294376" y="2213934"/>
            <a:ext cx="1792224" cy="141732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Unit 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</a:t>
            </a:r>
          </a:p>
        </p:txBody>
      </p:sp>
      <p:sp>
        <p:nvSpPr>
          <p:cNvPr id="34" name="Légende : flèche vers la droite 33">
            <a:extLst>
              <a:ext uri="{FF2B5EF4-FFF2-40B4-BE49-F238E27FC236}">
                <a16:creationId xmlns:a16="http://schemas.microsoft.com/office/drawing/2014/main" id="{6CABEFA7-CAA7-D034-CB85-011AD90841C7}"/>
              </a:ext>
            </a:extLst>
          </p:cNvPr>
          <p:cNvSpPr/>
          <p:nvPr/>
        </p:nvSpPr>
        <p:spPr>
          <a:xfrm>
            <a:off x="7086600" y="2213934"/>
            <a:ext cx="1792224" cy="141732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Quality</a:t>
            </a:r>
            <a:endParaRPr lang="fr-FR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FR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EA9544-02E6-647A-390D-7BEDB7FFD2FF}"/>
              </a:ext>
            </a:extLst>
          </p:cNvPr>
          <p:cNvSpPr/>
          <p:nvPr/>
        </p:nvSpPr>
        <p:spPr>
          <a:xfrm>
            <a:off x="2246246" y="4018240"/>
            <a:ext cx="1287779" cy="1323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Deploy</a:t>
            </a:r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To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Production</a:t>
            </a:r>
          </a:p>
        </p:txBody>
      </p:sp>
      <p:sp>
        <p:nvSpPr>
          <p:cNvPr id="40" name="Flèche : demi-tour 39">
            <a:extLst>
              <a:ext uri="{FF2B5EF4-FFF2-40B4-BE49-F238E27FC236}">
                <a16:creationId xmlns:a16="http://schemas.microsoft.com/office/drawing/2014/main" id="{423F50C5-3115-AA51-B3C6-44D34FDDB9A2}"/>
              </a:ext>
            </a:extLst>
          </p:cNvPr>
          <p:cNvSpPr/>
          <p:nvPr/>
        </p:nvSpPr>
        <p:spPr>
          <a:xfrm rot="16200000">
            <a:off x="152035" y="2881279"/>
            <a:ext cx="2191125" cy="1547729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080E21-ABE3-33C1-6E3F-E40652394A45}"/>
              </a:ext>
            </a:extLst>
          </p:cNvPr>
          <p:cNvSpPr/>
          <p:nvPr/>
        </p:nvSpPr>
        <p:spPr>
          <a:xfrm>
            <a:off x="8973481" y="2213934"/>
            <a:ext cx="1287779" cy="141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Packaging</a:t>
            </a:r>
          </a:p>
        </p:txBody>
      </p:sp>
      <p:sp>
        <p:nvSpPr>
          <p:cNvPr id="42" name="Flèche : demi-tour 41">
            <a:extLst>
              <a:ext uri="{FF2B5EF4-FFF2-40B4-BE49-F238E27FC236}">
                <a16:creationId xmlns:a16="http://schemas.microsoft.com/office/drawing/2014/main" id="{04C5065C-225F-D7B1-CE59-0F0654C131C7}"/>
              </a:ext>
            </a:extLst>
          </p:cNvPr>
          <p:cNvSpPr/>
          <p:nvPr/>
        </p:nvSpPr>
        <p:spPr>
          <a:xfrm rot="5400000">
            <a:off x="10058603" y="3052487"/>
            <a:ext cx="2191125" cy="154772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3" name="Accolade fermante 42">
            <a:extLst>
              <a:ext uri="{FF2B5EF4-FFF2-40B4-BE49-F238E27FC236}">
                <a16:creationId xmlns:a16="http://schemas.microsoft.com/office/drawing/2014/main" id="{99A9BC01-2556-98B5-CB62-E9AF823F9FFA}"/>
              </a:ext>
            </a:extLst>
          </p:cNvPr>
          <p:cNvSpPr/>
          <p:nvPr/>
        </p:nvSpPr>
        <p:spPr>
          <a:xfrm rot="16200000">
            <a:off x="5693741" y="-2445057"/>
            <a:ext cx="548640" cy="85162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33FE6E99-CD51-5CBE-056B-C0F125AF7D17}"/>
              </a:ext>
            </a:extLst>
          </p:cNvPr>
          <p:cNvSpPr txBox="1"/>
          <p:nvPr/>
        </p:nvSpPr>
        <p:spPr>
          <a:xfrm>
            <a:off x="4734390" y="1127494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Intégration continue</a:t>
            </a:r>
          </a:p>
        </p:txBody>
      </p:sp>
    </p:spTree>
    <p:extLst>
      <p:ext uri="{BB962C8B-B14F-4D97-AF65-F5344CB8AC3E}">
        <p14:creationId xmlns:p14="http://schemas.microsoft.com/office/powerpoint/2010/main" val="27042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C3F034C0-9A96-217B-BD3B-8B1401860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8274" y="643466"/>
            <a:ext cx="4035452" cy="5571067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D8EF1-270B-4772-119F-AA438310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A325164-DBFD-4C80-8181-6996DE21DE06}" type="datetime1">
              <a:rPr lang="fr-FR" smtClean="0">
                <a:solidFill>
                  <a:schemeClr val="tx1">
                    <a:tint val="75000"/>
                  </a:schemeClr>
                </a:solidFill>
              </a:rPr>
              <a:t>12/11/2025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3B63AA-D793-F51D-A812-AA184050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TD03- Jenkins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BB0F43-7D39-088C-56E1-38AE730E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8879EBE-3C05-4FA4-BC40-8B772E61897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9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90243-1148-F72C-D49A-4AA2B849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5711E-BB88-24A7-CEDF-672CA491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Objectif du TD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35CF7F-D4FC-1095-7E4D-43CF78FC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40280"/>
            <a:ext cx="10512424" cy="3392424"/>
          </a:xfrm>
        </p:spPr>
        <p:txBody>
          <a:bodyPr>
            <a:normAutofit fontScale="47500" lnSpcReduction="20000"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>
                <a:latin typeface="Abadi" panose="020B0604020104020204" pitchFamily="34" charset="0"/>
              </a:rPr>
              <a:t>Installation de Jenkins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>
                <a:latin typeface="Abadi" panose="020B0604020104020204" pitchFamily="34" charset="0"/>
              </a:rPr>
              <a:t>Installation de </a:t>
            </a:r>
            <a:r>
              <a:rPr lang="fr-FR" sz="4900" dirty="0" err="1">
                <a:latin typeface="Abadi" panose="020B0604020104020204" pitchFamily="34" charset="0"/>
              </a:rPr>
              <a:t>sonarQube</a:t>
            </a:r>
            <a:endParaRPr lang="fr-FR" sz="49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>
                <a:latin typeface="Abadi" panose="020B0604020104020204" pitchFamily="34" charset="0"/>
              </a:rPr>
              <a:t>Configuration des plugin </a:t>
            </a:r>
            <a:r>
              <a:rPr lang="fr-FR" sz="4900" dirty="0" err="1">
                <a:latin typeface="Abadi" panose="020B0604020104020204" pitchFamily="34" charset="0"/>
              </a:rPr>
              <a:t>github</a:t>
            </a:r>
            <a:r>
              <a:rPr lang="fr-FR" sz="4900" dirty="0">
                <a:latin typeface="Abadi" panose="020B0604020104020204" pitchFamily="34" charset="0"/>
              </a:rPr>
              <a:t> / </a:t>
            </a:r>
            <a:r>
              <a:rPr lang="fr-FR" sz="4900" dirty="0" err="1">
                <a:latin typeface="Abadi" panose="020B0604020104020204" pitchFamily="34" charset="0"/>
              </a:rPr>
              <a:t>sonarQube</a:t>
            </a:r>
            <a:endParaRPr lang="fr-FR" sz="49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>
                <a:latin typeface="Abadi" panose="020B0604020104020204" pitchFamily="34" charset="0"/>
              </a:rPr>
              <a:t>Création d’une première pipeline basique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>
                <a:latin typeface="Abadi" panose="020B0604020104020204" pitchFamily="34" charset="0"/>
              </a:rPr>
              <a:t>Création d’une pipeline script CI pour le projet </a:t>
            </a:r>
            <a:r>
              <a:rPr lang="fr-FR" sz="4900" dirty="0" err="1">
                <a:latin typeface="Abadi" panose="020B0604020104020204" pitchFamily="34" charset="0"/>
              </a:rPr>
              <a:t>authentication</a:t>
            </a:r>
            <a:r>
              <a:rPr lang="fr-FR" sz="4900" dirty="0">
                <a:latin typeface="Abadi" panose="020B0604020104020204" pitchFamily="34" charset="0"/>
              </a:rPr>
              <a:t>-service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4900" dirty="0" err="1">
                <a:latin typeface="Abadi" panose="020B0604020104020204" pitchFamily="34" charset="0"/>
              </a:rPr>
              <a:t>Creation</a:t>
            </a:r>
            <a:r>
              <a:rPr lang="fr-FR" sz="4900" dirty="0">
                <a:latin typeface="Abadi" panose="020B0604020104020204" pitchFamily="34" charset="0"/>
              </a:rPr>
              <a:t> d’une pipeline </a:t>
            </a:r>
            <a:r>
              <a:rPr lang="fr-FR" sz="4900" dirty="0" err="1">
                <a:latin typeface="Abadi" panose="020B0604020104020204" pitchFamily="34" charset="0"/>
              </a:rPr>
              <a:t>Jenkinsfile</a:t>
            </a:r>
            <a:r>
              <a:rPr lang="fr-FR" sz="4900" dirty="0">
                <a:latin typeface="Abadi" panose="020B0604020104020204" pitchFamily="34" charset="0"/>
              </a:rPr>
              <a:t> CI pour le projet </a:t>
            </a:r>
            <a:r>
              <a:rPr lang="fr-FR" sz="4900" dirty="0" err="1">
                <a:latin typeface="Abadi" panose="020B0604020104020204" pitchFamily="34" charset="0"/>
              </a:rPr>
              <a:t>authentication</a:t>
            </a:r>
            <a:r>
              <a:rPr lang="fr-FR" sz="4900" dirty="0">
                <a:latin typeface="Abadi" panose="020B0604020104020204" pitchFamily="34" charset="0"/>
              </a:rPr>
              <a:t>-service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algn="just"/>
            <a:endParaRPr lang="fr-FR" sz="3000" dirty="0">
              <a:latin typeface="Abadi" panose="020B0604020104020204" pitchFamily="34" charset="0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E5769E0-E30F-F400-BE27-EF9FBE75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7E40-0092-4DBC-B9BD-09517814BE18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76498F4-B22E-5EF0-65A1-744ECED9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D9A9B69-7C45-709B-A331-3E08A7FF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40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5B11-1163-803B-7F8E-DCC200BB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A87E3-31FF-BD64-B069-84CAE59F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Installation de Jenkins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23D5D5F6-3C3E-3A51-76A0-A3619602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B066F-7A2B-4D0F-BF79-00ADCD8F2618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8643D6A-9318-A221-9F80-61DDAA6E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3CE011C-7E99-F418-BA74-7625FF3C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6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C35902-4E0E-94C9-F9DC-D683E3682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86000"/>
            <a:ext cx="10512424" cy="3282696"/>
          </a:xfrm>
        </p:spPr>
        <p:txBody>
          <a:bodyPr>
            <a:normAutofit/>
          </a:bodyPr>
          <a:lstStyle/>
          <a:p>
            <a:pPr algn="just"/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3000" dirty="0">
                <a:latin typeface="Abadi" panose="020B0604020104020204" pitchFamily="34" charset="0"/>
              </a:rPr>
              <a:t>Suivre le cours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algn="just"/>
            <a:endParaRPr lang="fr-FR" sz="3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97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331F-75F8-9901-016B-2AF630E0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01C23-9B8C-0D7D-A182-FB35E04A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Installation de Jenkins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7ED702C-5E9C-982B-8126-AB1707EB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E047-E31D-48D7-8786-544956860979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DDD2406-59DE-4418-03F2-556E136F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57166BA-C489-A0DB-7994-AEDC5BC5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7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E632FD-6E2B-0BF6-380C-3FCCE5491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86000"/>
            <a:ext cx="10512424" cy="3282696"/>
          </a:xfrm>
        </p:spPr>
        <p:txBody>
          <a:bodyPr>
            <a:normAutofit/>
          </a:bodyPr>
          <a:lstStyle/>
          <a:p>
            <a:pPr algn="just"/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3000" dirty="0">
                <a:latin typeface="Abadi" panose="020B0604020104020204" pitchFamily="34" charset="0"/>
              </a:rPr>
              <a:t>Suivre le cours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algn="just"/>
            <a:endParaRPr lang="fr-FR" sz="3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1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C744-6463-B7EB-9C18-E61A3A30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B9AA3-0953-10A6-6FF0-575446EC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Installation de </a:t>
            </a:r>
            <a:r>
              <a:rPr lang="fr-FR" dirty="0" err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SonarQube</a:t>
            </a:r>
            <a:endParaRPr lang="fr-FR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23729E46-B846-2AB3-ABD3-32F50964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84203-F936-4B1C-975E-EB37ED5DE4B3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C2345F2-587F-BB1D-9EC9-D467DB11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B070A25-CF8A-4524-D3F8-B3A76ADD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8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F0A535-D487-A1FF-362F-3A02DE50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86000"/>
            <a:ext cx="10512424" cy="3282696"/>
          </a:xfrm>
        </p:spPr>
        <p:txBody>
          <a:bodyPr>
            <a:normAutofit/>
          </a:bodyPr>
          <a:lstStyle/>
          <a:p>
            <a:pPr algn="just"/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3000" dirty="0">
                <a:latin typeface="Abadi" panose="020B0604020104020204" pitchFamily="34" charset="0"/>
              </a:rPr>
              <a:t>Suivre le cours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algn="just"/>
            <a:endParaRPr lang="fr-FR" sz="3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1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8D76-9544-88A1-2183-D6D9BDCE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FE534-E05A-C45B-8827-3F1253EA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Première pipeline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4D1FCF6-719E-830F-1CFC-F4FA8D90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A970-033C-4728-A234-853DD50EB657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E403296-F219-A469-AA52-6A9F7E25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35F749-5BE1-581D-138D-36EBFB70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9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3123D8-8E47-2547-B056-4CE3C6A92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86000"/>
            <a:ext cx="10512424" cy="3282696"/>
          </a:xfrm>
        </p:spPr>
        <p:txBody>
          <a:bodyPr>
            <a:normAutofit/>
          </a:bodyPr>
          <a:lstStyle/>
          <a:p>
            <a:pPr algn="just"/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3000" dirty="0">
                <a:latin typeface="Abadi" panose="020B0604020104020204" pitchFamily="34" charset="0"/>
              </a:rPr>
              <a:t>Suivre le cours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3000" dirty="0">
              <a:latin typeface="Abadi" panose="020B0604020104020204" pitchFamily="34" charset="0"/>
            </a:endParaRPr>
          </a:p>
          <a:p>
            <a:pPr algn="just"/>
            <a:endParaRPr lang="fr-FR" sz="3000" dirty="0">
              <a:latin typeface="Abadi" panose="020B0604020104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450BC1A-FA80-D592-4DA2-6101DC48A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758" y="1569426"/>
            <a:ext cx="7403290" cy="417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5C85-7212-E7AE-760A-F0316DA9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5CFF14-3E7F-CC4A-F77D-B6D9C55B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script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566425F-9E92-32A1-8E90-26AA8442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34EB-82F9-47AA-B29A-9EE3F3722201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3F8428B-6A78-13C6-87C9-7D446F3E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708B811-5D84-D21F-F2A1-419D3A49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10</a:t>
            </a:fld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58E358D-B0EA-09B2-D03E-DC06EB510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9404B53-A6CE-8277-1384-DA5795F68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942"/>
            <a:ext cx="12192000" cy="510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30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7586-2718-A83E-7219-BFC4E050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D25B4-7E14-0D6B-F137-9ED172A4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script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DCFDE89-8B8F-92D5-DF4A-1A3D3318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0E72-28A2-4698-AE93-C02A85743B9C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463EF3C-45D3-ED34-8609-DC29149A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0B4B638-9786-3308-ADAF-1FD26FF5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11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C90360-965E-0B3B-E04D-52D9B842C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8" y="1415068"/>
            <a:ext cx="9463088" cy="515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3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D3E1-25FE-CE36-EE42-BF8F8DAF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669100-F558-7250-8CD7-9AF30BB4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script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374D043-B6D4-24C1-376F-40450A5D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0E72-28A2-4698-AE93-C02A85743B9C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81DC6CF-847A-33B1-1470-7A92AA63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EEC98A1-36D3-AA65-FD22-7114BE94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12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499BB20-5A60-B8D4-4FED-228DFF23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442" y="1515741"/>
            <a:ext cx="7055116" cy="484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8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EF47-BA4A-878F-FBCA-CAB4917E7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03C9A-8B9A-9E6D-103F-E3A6218C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</a:t>
            </a:r>
            <a:r>
              <a:rPr lang="fr-FR" dirty="0" err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Jenkinsfile</a:t>
            </a:r>
            <a:endParaRPr lang="fr-FR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9C8A55C-55E5-39D2-4ABA-21350362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0E72-28A2-4698-AE93-C02A85743B9C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6D5589C-DD0C-2925-9976-68C355DE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7871442-D5B5-6170-63CD-15D20995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13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7C4E476-A102-35D2-0CA8-AFB03942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03" y="1690688"/>
            <a:ext cx="7633193" cy="456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5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7ADC2-A0C8-51B8-2F00-91607DD8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4D394-D80F-24B7-42D5-317B1360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</a:t>
            </a:r>
            <a:r>
              <a:rPr lang="fr-FR" dirty="0" err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Jenkinsfile</a:t>
            </a:r>
            <a:endParaRPr lang="fr-FR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1D16AEC-2EFA-DBD3-5A52-A4CDDEC8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0E72-28A2-4698-AE93-C02A85743B9C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F88B1AB1-B29E-0870-3247-EC28B651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B35B7FF-90F5-96E8-1B91-351BC776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6D74C7-A5DF-8369-B0CA-0D02BD32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324"/>
            <a:ext cx="12192000" cy="427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89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A8D6-9C8F-A0C4-D0D0-57129DC8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EF998-9BB5-860E-76FF-945A4F10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Création d’une pipeline </a:t>
            </a:r>
            <a:r>
              <a:rPr lang="fr-FR" dirty="0" err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Jenkinsfile</a:t>
            </a:r>
            <a:endParaRPr lang="fr-FR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FEC234B-683C-8D39-950A-093E0DD8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0E72-28A2-4698-AE93-C02A85743B9C}" type="datetime1">
              <a:rPr lang="fr-FR" smtClean="0"/>
              <a:t>12/11/2025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42A2D0B1-EBA0-A261-B5D5-290AE441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TD03- Jenkins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87B890B-284D-311F-F36D-7FFD6F7C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9EBE-3C05-4FA4-BC40-8B772E618970}" type="slidenum">
              <a:rPr lang="fr-FR" smtClean="0"/>
              <a:t>15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21559F-1CAA-E9A6-752D-F3963586D6C8}"/>
              </a:ext>
            </a:extLst>
          </p:cNvPr>
          <p:cNvSpPr txBox="1"/>
          <p:nvPr/>
        </p:nvSpPr>
        <p:spPr>
          <a:xfrm>
            <a:off x="1312164" y="2633473"/>
            <a:ext cx="9567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https://github.com/jessoussi/authentication-service/tree/add-ci-cd</a:t>
            </a:r>
          </a:p>
        </p:txBody>
      </p:sp>
    </p:spTree>
    <p:extLst>
      <p:ext uri="{BB962C8B-B14F-4D97-AF65-F5344CB8AC3E}">
        <p14:creationId xmlns:p14="http://schemas.microsoft.com/office/powerpoint/2010/main" val="40350613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9827</TotalTime>
  <Words>210</Words>
  <Application>Microsoft Office PowerPoint</Application>
  <PresentationFormat>Grand écran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Abadi</vt:lpstr>
      <vt:lpstr>ADLaM Display</vt:lpstr>
      <vt:lpstr>Aptos</vt:lpstr>
      <vt:lpstr>Aptos Display</vt:lpstr>
      <vt:lpstr>Arial</vt:lpstr>
      <vt:lpstr>Wingdings</vt:lpstr>
      <vt:lpstr>Thème Office</vt:lpstr>
      <vt:lpstr>DevOps  TD-03 – Jenkins</vt:lpstr>
      <vt:lpstr>Outils du DevOps</vt:lpstr>
      <vt:lpstr>Présentation PowerPoint</vt:lpstr>
      <vt:lpstr>Présentation PowerPoint</vt:lpstr>
      <vt:lpstr>Objectif du TD</vt:lpstr>
      <vt:lpstr>Installation de Jenkins</vt:lpstr>
      <vt:lpstr>Installation de Jenkins</vt:lpstr>
      <vt:lpstr>Installation de SonarQube</vt:lpstr>
      <vt:lpstr>Première pipeline</vt:lpstr>
      <vt:lpstr>Création d’une pipeline script</vt:lpstr>
      <vt:lpstr>Création d’une pipeline script</vt:lpstr>
      <vt:lpstr>Création d’une pipeline script</vt:lpstr>
      <vt:lpstr>Création d’une pipeline Jenkinsfile</vt:lpstr>
      <vt:lpstr>Création d’une pipeline Jenkinsfile</vt:lpstr>
      <vt:lpstr>Création d’une pipeline Jenkinsfile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Jamel ESSOUSSI</dc:creator>
  <cp:lastModifiedBy>Jamel ESSOUSSI</cp:lastModifiedBy>
  <cp:revision>178</cp:revision>
  <dcterms:created xsi:type="dcterms:W3CDTF">2025-08-31T03:21:17Z</dcterms:created>
  <dcterms:modified xsi:type="dcterms:W3CDTF">2025-11-12T21:47:36Z</dcterms:modified>
</cp:coreProperties>
</file>